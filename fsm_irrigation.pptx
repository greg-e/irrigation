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90" r:id="rId4"/>
  </p:sldMasterIdLst>
  <p:notesMasterIdLst>
    <p:notesMasterId r:id="rId40"/>
  </p:notesMasterIdLst>
  <p:handoutMasterIdLst>
    <p:handoutMasterId r:id="rId41"/>
  </p:handoutMasterIdLst>
  <p:sldIdLst>
    <p:sldId id="442" r:id="rId5"/>
    <p:sldId id="445" r:id="rId6"/>
    <p:sldId id="470" r:id="rId7"/>
    <p:sldId id="502" r:id="rId8"/>
    <p:sldId id="504" r:id="rId9"/>
    <p:sldId id="503" r:id="rId10"/>
    <p:sldId id="506" r:id="rId11"/>
    <p:sldId id="451" r:id="rId12"/>
    <p:sldId id="452" r:id="rId13"/>
    <p:sldId id="471" r:id="rId14"/>
    <p:sldId id="453" r:id="rId15"/>
    <p:sldId id="501" r:id="rId16"/>
    <p:sldId id="454" r:id="rId17"/>
    <p:sldId id="473" r:id="rId18"/>
    <p:sldId id="456" r:id="rId19"/>
    <p:sldId id="479" r:id="rId20"/>
    <p:sldId id="480" r:id="rId21"/>
    <p:sldId id="481" r:id="rId22"/>
    <p:sldId id="458" r:id="rId23"/>
    <p:sldId id="477" r:id="rId24"/>
    <p:sldId id="478" r:id="rId25"/>
    <p:sldId id="482" r:id="rId26"/>
    <p:sldId id="483" r:id="rId27"/>
    <p:sldId id="484" r:id="rId28"/>
    <p:sldId id="485" r:id="rId29"/>
    <p:sldId id="486" r:id="rId30"/>
    <p:sldId id="492" r:id="rId31"/>
    <p:sldId id="497" r:id="rId32"/>
    <p:sldId id="494" r:id="rId33"/>
    <p:sldId id="495" r:id="rId34"/>
    <p:sldId id="490" r:id="rId35"/>
    <p:sldId id="498" r:id="rId36"/>
    <p:sldId id="455" r:id="rId37"/>
    <p:sldId id="499" r:id="rId38"/>
    <p:sldId id="46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5120" userDrawn="1">
          <p15:clr>
            <a:srgbClr val="A4A3A4"/>
          </p15:clr>
        </p15:guide>
        <p15:guide id="3" pos="2560" userDrawn="1">
          <p15:clr>
            <a:srgbClr val="A4A3A4"/>
          </p15:clr>
        </p15:guide>
        <p15:guide id="4" orient="horz" pos="1440" userDrawn="1">
          <p15:clr>
            <a:srgbClr val="A4A3A4"/>
          </p15:clr>
        </p15:guide>
        <p15:guide id="5" pos="3840" userDrawn="1">
          <p15:clr>
            <a:srgbClr val="A4A3A4"/>
          </p15:clr>
        </p15:guide>
        <p15:guide id="6" orient="horz" pos="2160" userDrawn="1">
          <p15:clr>
            <a:srgbClr val="A4A3A4"/>
          </p15:clr>
        </p15:guide>
        <p15:guide id="7" pos="736" userDrawn="1">
          <p15:clr>
            <a:srgbClr val="A4A3A4"/>
          </p15:clr>
        </p15:guide>
        <p15:guide id="8" pos="384" userDrawn="1">
          <p15:clr>
            <a:srgbClr val="A4A3A4"/>
          </p15:clr>
        </p15:guide>
        <p15:guide id="9" orient="horz" pos="41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A1"/>
    <a:srgbClr val="18276A"/>
    <a:srgbClr val="577B20"/>
    <a:srgbClr val="47AE4E"/>
    <a:srgbClr val="0A6619"/>
    <a:srgbClr val="2B6B30"/>
    <a:srgbClr val="235727"/>
    <a:srgbClr val="5DB54B"/>
    <a:srgbClr val="3A8E40"/>
    <a:srgbClr val="649266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26" y="990"/>
      </p:cViewPr>
      <p:guideLst>
        <p:guide orient="horz" pos="2880"/>
        <p:guide pos="5120"/>
        <p:guide pos="2560"/>
        <p:guide orient="horz" pos="1440"/>
        <p:guide pos="3840"/>
        <p:guide orient="horz" pos="2160"/>
        <p:guide pos="736"/>
        <p:guide pos="384"/>
        <p:guide orient="horz" pos="41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41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Chart 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8C1-4AB0-9D1C-3BBF57E7F3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8C1-4AB0-9D1C-3BBF57E7F3F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8C1-4AB0-9D1C-3BBF57E7F3F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8C1-4AB0-9D1C-3BBF57E7F3F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4.0999999999999996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8C1-4AB0-9D1C-3BBF57E7F3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6939839"/>
        <c:axId val="96939359"/>
      </c:barChart>
      <c:catAx>
        <c:axId val="969398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6939359"/>
        <c:crosses val="autoZero"/>
        <c:auto val="1"/>
        <c:lblAlgn val="ctr"/>
        <c:lblOffset val="100"/>
        <c:noMultiLvlLbl val="0"/>
      </c:catAx>
      <c:valAx>
        <c:axId val="969393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69398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A88B790-4540-40D7-8C92-5200D5FA06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52E47E-DE74-46CB-AC50-FB5ADFCC92D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948D2D-B930-431A-B0BF-8E450F1A4B8E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2D8DDA-FDB9-4701-A61C-B75DF08C9B5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68AFAE-2566-49E7-AE95-4ADBD26D0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05148-131D-4798-8024-70FD04155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2675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 Bold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 Bold" charset="0"/>
              </a:defRPr>
            </a:lvl1pPr>
          </a:lstStyle>
          <a:p>
            <a:fld id="{C4AF3036-21B8-6845-A904-C4D38D15C3F3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 Bold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 Bold" charset="0"/>
              </a:defRPr>
            </a:lvl1pPr>
          </a:lstStyle>
          <a:p>
            <a:fld id="{A417D36D-B23E-D24A-A897-F1A1233D6C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663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17D36D-B23E-D24A-A897-F1A1233D6C50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6011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17D36D-B23E-D24A-A897-F1A1233D6C50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520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-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318288-EE56-4260-1F15-F5275A2D05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71"/>
            <a:ext cx="12191999" cy="6857656"/>
          </a:xfrm>
          <a:prstGeom prst="rect">
            <a:avLst/>
          </a:prstGeom>
        </p:spPr>
      </p:pic>
      <p:sp>
        <p:nvSpPr>
          <p:cNvPr id="14" name="Title 12">
            <a:extLst>
              <a:ext uri="{FF2B5EF4-FFF2-40B4-BE49-F238E27FC236}">
                <a16:creationId xmlns:a16="http://schemas.microsoft.com/office/drawing/2014/main" id="{27D9E0CE-CE85-4C08-AC7A-34FEF8134B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56402" y="1576588"/>
            <a:ext cx="6370783" cy="3090851"/>
          </a:xfrm>
        </p:spPr>
        <p:txBody>
          <a:bodyPr anchor="ctr">
            <a:normAutofit/>
          </a:bodyPr>
          <a:lstStyle>
            <a:lvl1pPr algn="l">
              <a:lnSpc>
                <a:spcPts val="4800"/>
              </a:lnSpc>
              <a:defRPr sz="48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417DB5B9-0223-48BD-B33E-20C6F26662F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56402" y="4667440"/>
            <a:ext cx="3936800" cy="468312"/>
          </a:xfrm>
        </p:spPr>
        <p:txBody>
          <a:bodyPr anchor="ctr">
            <a:noAutofit/>
          </a:bodyPr>
          <a:lstStyle>
            <a:lvl1pPr algn="l">
              <a:defRPr sz="20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March 1, 2025</a:t>
            </a:r>
          </a:p>
        </p:txBody>
      </p:sp>
      <p:pic>
        <p:nvPicPr>
          <p:cNvPr id="2" name="Picture 1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54FEDAAB-66EB-ABDF-6CBA-7F06D13D67C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18166" y="589169"/>
            <a:ext cx="1971954" cy="694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89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-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>
            <a:extLst>
              <a:ext uri="{FF2B5EF4-FFF2-40B4-BE49-F238E27FC236}">
                <a16:creationId xmlns:a16="http://schemas.microsoft.com/office/drawing/2014/main" id="{D8970575-7C36-8867-BEF6-505F12BB8A1F}"/>
              </a:ext>
            </a:extLst>
          </p:cNvPr>
          <p:cNvSpPr/>
          <p:nvPr userDrawn="1"/>
        </p:nvSpPr>
        <p:spPr>
          <a:xfrm rot="5400000">
            <a:off x="1455234" y="-1455236"/>
            <a:ext cx="6857998" cy="9768474"/>
          </a:xfrm>
          <a:prstGeom prst="rtTriangle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135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2">
            <a:extLst>
              <a:ext uri="{FF2B5EF4-FFF2-40B4-BE49-F238E27FC236}">
                <a16:creationId xmlns:a16="http://schemas.microsoft.com/office/drawing/2014/main" id="{27D9E0CE-CE85-4C08-AC7A-34FEF8134B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4035" y="1697601"/>
            <a:ext cx="5812691" cy="4031577"/>
          </a:xfrm>
        </p:spPr>
        <p:txBody>
          <a:bodyPr anchor="ctr">
            <a:normAutofit/>
          </a:bodyPr>
          <a:lstStyle>
            <a:lvl1pPr algn="r">
              <a:lnSpc>
                <a:spcPts val="4800"/>
              </a:lnSpc>
              <a:defRPr sz="4800" b="1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417DB5B9-0223-48BD-B33E-20C6F26662F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99590" y="5729178"/>
            <a:ext cx="3297136" cy="468312"/>
          </a:xfrm>
        </p:spPr>
        <p:txBody>
          <a:bodyPr anchor="ctr">
            <a:noAutofit/>
          </a:bodyPr>
          <a:lstStyle>
            <a:lvl1pPr algn="r">
              <a:defRPr sz="20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March 1, 2025</a:t>
            </a:r>
          </a:p>
        </p:txBody>
      </p:sp>
      <p:pic>
        <p:nvPicPr>
          <p:cNvPr id="29" name="Picture 28" descr="A white line drawing of a plant&#10;&#10;AI-generated content may be incorrect.">
            <a:extLst>
              <a:ext uri="{FF2B5EF4-FFF2-40B4-BE49-F238E27FC236}">
                <a16:creationId xmlns:a16="http://schemas.microsoft.com/office/drawing/2014/main" id="{E1C72676-2F7C-3095-6AE2-A9B88ACA8C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2634559" cy="6305550"/>
          </a:xfrm>
          <a:prstGeom prst="rect">
            <a:avLst/>
          </a:prstGeom>
        </p:spPr>
      </p:pic>
      <p:pic>
        <p:nvPicPr>
          <p:cNvPr id="31" name="Picture 30" descr="A white line drawing of a plant&#10;&#10;AI-generated content may be incorrect.">
            <a:extLst>
              <a:ext uri="{FF2B5EF4-FFF2-40B4-BE49-F238E27FC236}">
                <a16:creationId xmlns:a16="http://schemas.microsoft.com/office/drawing/2014/main" id="{11F5DBD7-460A-F21F-570D-115619A8E93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384694" y="478"/>
            <a:ext cx="3394895" cy="3298511"/>
          </a:xfrm>
          <a:prstGeom prst="rect">
            <a:avLst/>
          </a:prstGeom>
        </p:spPr>
      </p:pic>
      <p:pic>
        <p:nvPicPr>
          <p:cNvPr id="32" name="Picture 31" descr="A white line drawing of a plant&#10;&#10;AI-generated content may be incorrect.">
            <a:extLst>
              <a:ext uri="{FF2B5EF4-FFF2-40B4-BE49-F238E27FC236}">
                <a16:creationId xmlns:a16="http://schemas.microsoft.com/office/drawing/2014/main" id="{5BB41E5D-0192-C99E-6F26-B0A5378891B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5524355" y="478"/>
            <a:ext cx="3394895" cy="3056106"/>
          </a:xfrm>
          <a:prstGeom prst="rect">
            <a:avLst/>
          </a:prstGeom>
        </p:spPr>
      </p:pic>
      <p:sp>
        <p:nvSpPr>
          <p:cNvPr id="25" name="Right Triangle 24">
            <a:extLst>
              <a:ext uri="{FF2B5EF4-FFF2-40B4-BE49-F238E27FC236}">
                <a16:creationId xmlns:a16="http://schemas.microsoft.com/office/drawing/2014/main" id="{ABD049A5-7B10-5A13-7D14-B874DEB423C1}"/>
              </a:ext>
            </a:extLst>
          </p:cNvPr>
          <p:cNvSpPr/>
          <p:nvPr userDrawn="1"/>
        </p:nvSpPr>
        <p:spPr>
          <a:xfrm rot="16200000" flipH="1">
            <a:off x="7993075" y="-735021"/>
            <a:ext cx="3463900" cy="4933950"/>
          </a:xfrm>
          <a:prstGeom prst="rtTriangle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3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3059CDDB-1C65-6C63-ED05-7D7EF83A74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25025" y="743465"/>
            <a:ext cx="1971954" cy="694566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14834484-3744-A907-0302-F0F7E9D23BC2}"/>
              </a:ext>
            </a:extLst>
          </p:cNvPr>
          <p:cNvSpPr/>
          <p:nvPr userDrawn="1"/>
        </p:nvSpPr>
        <p:spPr>
          <a:xfrm>
            <a:off x="474111" y="1308583"/>
            <a:ext cx="4783874" cy="51685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5">
            <a:extLst>
              <a:ext uri="{FF2B5EF4-FFF2-40B4-BE49-F238E27FC236}">
                <a16:creationId xmlns:a16="http://schemas.microsoft.com/office/drawing/2014/main" id="{75F96D92-9C25-D3E0-23D5-E89F2AC320A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82418" y="1438031"/>
            <a:ext cx="4567260" cy="4930245"/>
          </a:xfrm>
        </p:spPr>
        <p:txBody>
          <a:bodyPr anchor="ctr" anchorCtr="0"/>
          <a:lstStyle>
            <a:lvl1pPr algn="ctr">
              <a:defRPr lang="en-US" dirty="0"/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746366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white background with black and white clouds&#10;&#10;AI-generated content may be incorrect.">
            <a:extLst>
              <a:ext uri="{FF2B5EF4-FFF2-40B4-BE49-F238E27FC236}">
                <a16:creationId xmlns:a16="http://schemas.microsoft.com/office/drawing/2014/main" id="{B766DEF6-F5C5-259F-1D43-43029678FAC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71"/>
            <a:ext cx="12192000" cy="6857657"/>
          </a:xfrm>
          <a:prstGeom prst="rect">
            <a:avLst/>
          </a:prstGeom>
        </p:spPr>
      </p:pic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8821CB27-235D-4652-90E9-DF15BB7DFC64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3108940" y="581747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54" name="Text Placeholder 15">
            <a:extLst>
              <a:ext uri="{FF2B5EF4-FFF2-40B4-BE49-F238E27FC236}">
                <a16:creationId xmlns:a16="http://schemas.microsoft.com/office/drawing/2014/main" id="{A45D4F59-9CD8-4F25-BCDA-56B2F3C83F4E}"/>
              </a:ext>
            </a:extLst>
          </p:cNvPr>
          <p:cNvSpPr>
            <a:spLocks noGrp="1"/>
          </p:cNvSpPr>
          <p:nvPr userDrawn="1">
            <p:ph type="body" sz="quarter" idx="15"/>
          </p:nvPr>
        </p:nvSpPr>
        <p:spPr>
          <a:xfrm>
            <a:off x="3108940" y="861105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7" name="Text Placeholder 15">
            <a:extLst>
              <a:ext uri="{FF2B5EF4-FFF2-40B4-BE49-F238E27FC236}">
                <a16:creationId xmlns:a16="http://schemas.microsoft.com/office/drawing/2014/main" id="{55A1491A-ACD1-4643-A47C-E28D24D3255D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3108940" y="1588951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58" name="Text Placeholder 15">
            <a:extLst>
              <a:ext uri="{FF2B5EF4-FFF2-40B4-BE49-F238E27FC236}">
                <a16:creationId xmlns:a16="http://schemas.microsoft.com/office/drawing/2014/main" id="{D0A21E4D-E26B-4801-810D-F658BB7284BF}"/>
              </a:ext>
            </a:extLst>
          </p:cNvPr>
          <p:cNvSpPr>
            <a:spLocks noGrp="1"/>
          </p:cNvSpPr>
          <p:nvPr userDrawn="1">
            <p:ph type="body" sz="quarter" idx="17"/>
          </p:nvPr>
        </p:nvSpPr>
        <p:spPr>
          <a:xfrm>
            <a:off x="3108940" y="1868309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61" name="Text Placeholder 15">
            <a:extLst>
              <a:ext uri="{FF2B5EF4-FFF2-40B4-BE49-F238E27FC236}">
                <a16:creationId xmlns:a16="http://schemas.microsoft.com/office/drawing/2014/main" id="{854BBF59-9D35-4C7B-85DD-593CFCC20882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3108940" y="2590663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62" name="Text Placeholder 15">
            <a:extLst>
              <a:ext uri="{FF2B5EF4-FFF2-40B4-BE49-F238E27FC236}">
                <a16:creationId xmlns:a16="http://schemas.microsoft.com/office/drawing/2014/main" id="{71775320-67EC-4397-97A1-6CDF99576431}"/>
              </a:ext>
            </a:extLst>
          </p:cNvPr>
          <p:cNvSpPr>
            <a:spLocks noGrp="1"/>
          </p:cNvSpPr>
          <p:nvPr userDrawn="1">
            <p:ph type="body" sz="quarter" idx="19"/>
          </p:nvPr>
        </p:nvSpPr>
        <p:spPr>
          <a:xfrm>
            <a:off x="3108940" y="2870021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65" name="Text Placeholder 15">
            <a:extLst>
              <a:ext uri="{FF2B5EF4-FFF2-40B4-BE49-F238E27FC236}">
                <a16:creationId xmlns:a16="http://schemas.microsoft.com/office/drawing/2014/main" id="{4551F1BA-BAC4-41F2-A26B-FFE0358B744F}"/>
              </a:ext>
            </a:extLst>
          </p:cNvPr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3108940" y="3601436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66" name="Text Placeholder 15">
            <a:extLst>
              <a:ext uri="{FF2B5EF4-FFF2-40B4-BE49-F238E27FC236}">
                <a16:creationId xmlns:a16="http://schemas.microsoft.com/office/drawing/2014/main" id="{30CE7ED3-E32C-4F9E-9AC8-EFC24FBC16FB}"/>
              </a:ext>
            </a:extLst>
          </p:cNvPr>
          <p:cNvSpPr>
            <a:spLocks noGrp="1"/>
          </p:cNvSpPr>
          <p:nvPr userDrawn="1">
            <p:ph type="body" sz="quarter" idx="21"/>
          </p:nvPr>
        </p:nvSpPr>
        <p:spPr>
          <a:xfrm>
            <a:off x="3108940" y="3880794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71" name="Text Placeholder 15">
            <a:extLst>
              <a:ext uri="{FF2B5EF4-FFF2-40B4-BE49-F238E27FC236}">
                <a16:creationId xmlns:a16="http://schemas.microsoft.com/office/drawing/2014/main" id="{CACEE05F-7C8C-4B9F-8E53-7190D61A1BF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108940" y="4598582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72" name="Text Placeholder 15">
            <a:extLst>
              <a:ext uri="{FF2B5EF4-FFF2-40B4-BE49-F238E27FC236}">
                <a16:creationId xmlns:a16="http://schemas.microsoft.com/office/drawing/2014/main" id="{72484010-9BB5-4310-8A7F-C4059273A86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108940" y="4877940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75859CF4-9558-FEBB-1DB4-D86F48BA032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108940" y="5622941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EF28F280-14AE-C64C-5C51-C5BDA5DFB8A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108940" y="5902299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" name="Picture Placeholder 25">
            <a:extLst>
              <a:ext uri="{FF2B5EF4-FFF2-40B4-BE49-F238E27FC236}">
                <a16:creationId xmlns:a16="http://schemas.microsoft.com/office/drawing/2014/main" id="{C4C6C6BE-082B-E442-5B3C-1617BA6D6BA7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8443609" y="1"/>
            <a:ext cx="3748392" cy="6857828"/>
          </a:xfrm>
        </p:spPr>
        <p:txBody>
          <a:bodyPr anchor="ctr" anchorCtr="0"/>
          <a:lstStyle>
            <a:lvl1pPr algn="ctr">
              <a:defRPr lang="en-US" dirty="0"/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612062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67C5B11-D72C-B86B-DB87-F67A167314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71"/>
            <a:ext cx="12191999" cy="6857657"/>
          </a:xfrm>
          <a:prstGeom prst="rect">
            <a:avLst/>
          </a:prstGeom>
        </p:spPr>
      </p:pic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8821CB27-235D-4652-90E9-DF15BB7DFC64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741955" y="1260803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54" name="Text Placeholder 15">
            <a:extLst>
              <a:ext uri="{FF2B5EF4-FFF2-40B4-BE49-F238E27FC236}">
                <a16:creationId xmlns:a16="http://schemas.microsoft.com/office/drawing/2014/main" id="{A45D4F59-9CD8-4F25-BCDA-56B2F3C83F4E}"/>
              </a:ext>
            </a:extLst>
          </p:cNvPr>
          <p:cNvSpPr>
            <a:spLocks noGrp="1"/>
          </p:cNvSpPr>
          <p:nvPr userDrawn="1">
            <p:ph type="body" sz="quarter" idx="15"/>
          </p:nvPr>
        </p:nvSpPr>
        <p:spPr>
          <a:xfrm>
            <a:off x="1741956" y="2155862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1FE23FD0-8A4E-5A3A-AF5C-C109064266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41956" y="4173526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46037A85-6628-E5C4-B6E1-0AAE549B532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741957" y="5068585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0187D825-485D-8370-3139-FE67113BD6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41957" y="717477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1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B93D73B-686C-A32A-F67D-71D80890A83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741957" y="3629235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2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3B125D96-6A84-44AF-5E84-28F2E42C799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15886" y="1260803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DE97F0A-D9CD-BC62-4258-E2BD3A122E5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415887" y="2157521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F763E64-6F2B-F1CF-2E57-1BB8D2FB21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15887" y="4173526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88854F03-AA21-C55E-B1C7-E96C161C607F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415888" y="5070244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E2CD65E1-D51F-E635-832D-6152C76A527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15888" y="719136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3</a:t>
            </a: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16BA01A7-572E-86FC-833F-8B44232CD59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15888" y="3630894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4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19DAEBD0-46EC-903D-A72C-737A6C92060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089815" y="1260803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BF0CF8A5-526A-D6F2-1A04-D41C4D677AC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089816" y="2149943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6F05D113-B41F-6CF2-4D75-963BD192864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089816" y="4173526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E3F6916D-2A6C-7A51-5B19-B0E585DE076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089817" y="5062666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02648F4-A21C-A61C-4DEE-D0C134B3E15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089817" y="711558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5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E32FB501-4DBE-2110-F1E0-F50BFFCF26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089817" y="3623316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6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1EE149EB-AD31-D628-FCF0-866B39CF907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791454" y="1260803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A2B2E74C-74B2-2C8D-8095-3023ECEA3BD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791455" y="2155862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7E2834B1-61E5-C8B4-9817-2DE6CA14CE5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791455" y="4173526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B0D44021-509D-6E21-DB05-8C927AE9B53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791456" y="5068585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4190DD8-035B-C0D3-2899-F5608562DCC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791456" y="717477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7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DB0DA453-B4AE-7B5F-9817-73A72886249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91456" y="3629235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11934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31B5666-F633-4729-9DFC-0B2EEDFEB6BB}"/>
              </a:ext>
            </a:extLst>
          </p:cNvPr>
          <p:cNvSpPr/>
          <p:nvPr userDrawn="1"/>
        </p:nvSpPr>
        <p:spPr>
          <a:xfrm flipV="1">
            <a:off x="-17361" y="0"/>
            <a:ext cx="12209361" cy="686539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rgbClr val="47AE4E"/>
              </a:gs>
            </a:gsLst>
            <a:lin ang="135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6" name="Title 12">
            <a:extLst>
              <a:ext uri="{FF2B5EF4-FFF2-40B4-BE49-F238E27FC236}">
                <a16:creationId xmlns:a16="http://schemas.microsoft.com/office/drawing/2014/main" id="{5C19FA07-F60A-4514-8AC9-18D82DA36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3940" y="2708476"/>
            <a:ext cx="7497900" cy="1857554"/>
          </a:xfrm>
        </p:spPr>
        <p:txBody>
          <a:bodyPr anchor="t">
            <a:normAutofit/>
          </a:bodyPr>
          <a:lstStyle>
            <a:lvl1pPr algn="r">
              <a:lnSpc>
                <a:spcPct val="100000"/>
              </a:lnSpc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34FBD23B-EADA-4142-BBA5-72A4546D78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27746" y="87253"/>
            <a:ext cx="3096653" cy="6778137"/>
          </a:xfrm>
          <a:prstGeom prst="rect">
            <a:avLst/>
          </a:prstGeom>
          <a:effectLst>
            <a:outerShdw blurRad="152400" dist="38100" dir="2700000" algn="tl" rotWithShape="0">
              <a:prstClr val="black">
                <a:alpha val="25000"/>
              </a:prstClr>
            </a:outerShdw>
          </a:effec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10135E3-30A0-D593-614C-B2C9E536C1D4}"/>
              </a:ext>
            </a:extLst>
          </p:cNvPr>
          <p:cNvSpPr/>
          <p:nvPr userDrawn="1"/>
        </p:nvSpPr>
        <p:spPr>
          <a:xfrm>
            <a:off x="9820275" y="1042472"/>
            <a:ext cx="1381125" cy="1381125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dist="127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184B0696-FF8E-4D23-8F83-6CCCC3EF2D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929561" y="1360574"/>
            <a:ext cx="1138215" cy="862368"/>
          </a:xfrm>
        </p:spPr>
        <p:txBody>
          <a:bodyPr wrap="square" tIns="457200" bIns="0" anchor="b" anchorCtr="1">
            <a:noAutofit/>
          </a:bodyPr>
          <a:lstStyle>
            <a:lvl1pPr algn="ctr">
              <a:defRPr lang="en-US" sz="6600" b="1" dirty="0">
                <a:solidFill>
                  <a:srgbClr val="0A6619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defTabSz="914400">
              <a:lnSpc>
                <a:spcPts val="4400"/>
              </a:lnSpc>
            </a:pPr>
            <a:r>
              <a:rPr lang="en-US"/>
              <a:t>1</a:t>
            </a:r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47A27DB-D403-1C8A-D6D5-DDD9F39E561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5808" y="5979081"/>
            <a:ext cx="1432691" cy="504626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E7593EC-E199-3D9F-CD15-5CFD85A92F80}"/>
              </a:ext>
            </a:extLst>
          </p:cNvPr>
          <p:cNvSpPr txBox="1">
            <a:spLocks/>
          </p:cNvSpPr>
          <p:nvPr userDrawn="1"/>
        </p:nvSpPr>
        <p:spPr>
          <a:xfrm>
            <a:off x="11491687" y="6290628"/>
            <a:ext cx="348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645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29F6A13-32A6-FFC5-E727-0A7AAFC3A375}"/>
              </a:ext>
            </a:extLst>
          </p:cNvPr>
          <p:cNvSpPr/>
          <p:nvPr userDrawn="1"/>
        </p:nvSpPr>
        <p:spPr>
          <a:xfrm flipV="1">
            <a:off x="0" y="-9"/>
            <a:ext cx="12191999" cy="6865417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3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6" name="Title 12">
            <a:extLst>
              <a:ext uri="{FF2B5EF4-FFF2-40B4-BE49-F238E27FC236}">
                <a16:creationId xmlns:a16="http://schemas.microsoft.com/office/drawing/2014/main" id="{5C19FA07-F60A-4514-8AC9-18D82DA36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3940" y="2708476"/>
            <a:ext cx="7497900" cy="1857554"/>
          </a:xfrm>
        </p:spPr>
        <p:txBody>
          <a:bodyPr anchor="t">
            <a:normAutofit/>
          </a:bodyPr>
          <a:lstStyle>
            <a:lvl1pPr algn="r">
              <a:lnSpc>
                <a:spcPct val="100000"/>
              </a:lnSpc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34FBD23B-EADA-4142-BBA5-72A4546D78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27746" y="87253"/>
            <a:ext cx="3096653" cy="6778155"/>
          </a:xfrm>
          <a:prstGeom prst="rect">
            <a:avLst/>
          </a:prstGeom>
          <a:effectLst>
            <a:outerShdw blurRad="152400" dist="38100" dir="2700000" algn="tl" rotWithShape="0">
              <a:prstClr val="black">
                <a:alpha val="25000"/>
              </a:prstClr>
            </a:outerShdw>
          </a:effec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10135E3-30A0-D593-614C-B2C9E536C1D4}"/>
              </a:ext>
            </a:extLst>
          </p:cNvPr>
          <p:cNvSpPr/>
          <p:nvPr userDrawn="1"/>
        </p:nvSpPr>
        <p:spPr>
          <a:xfrm>
            <a:off x="9820275" y="1042472"/>
            <a:ext cx="1381125" cy="1381125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dist="127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47A27DB-D403-1C8A-D6D5-DDD9F39E561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5808" y="5979081"/>
            <a:ext cx="1432691" cy="504626"/>
          </a:xfrm>
          <a:prstGeom prst="rect">
            <a:avLst/>
          </a:prstGeom>
        </p:spPr>
      </p:pic>
      <p:sp>
        <p:nvSpPr>
          <p:cNvPr id="18" name="Text Placeholder 18">
            <a:extLst>
              <a:ext uri="{FF2B5EF4-FFF2-40B4-BE49-F238E27FC236}">
                <a16:creationId xmlns:a16="http://schemas.microsoft.com/office/drawing/2014/main" id="{F65E5205-873E-37EE-1ED6-7C10BC7AA5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929561" y="1360574"/>
            <a:ext cx="1138215" cy="862368"/>
          </a:xfrm>
        </p:spPr>
        <p:txBody>
          <a:bodyPr wrap="square" tIns="457200" bIns="0" anchor="b" anchorCtr="1">
            <a:noAutofit/>
          </a:bodyPr>
          <a:lstStyle>
            <a:lvl1pPr algn="ctr">
              <a:defRPr lang="en-US" sz="6600" b="1" dirty="0">
                <a:solidFill>
                  <a:srgbClr val="0033A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defTabSz="914400">
              <a:lnSpc>
                <a:spcPts val="4400"/>
              </a:lnSpc>
            </a:pPr>
            <a:r>
              <a:rPr lang="en-US"/>
              <a:t>1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BF55A4A1-FEC7-BDB6-1FED-C7A84B1BD9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477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AB113E-AE4F-6E9C-F48B-7EFF231FD7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71"/>
            <a:ext cx="12191999" cy="6857657"/>
          </a:xfrm>
          <a:prstGeom prst="rect">
            <a:avLst/>
          </a:prstGeom>
        </p:spPr>
      </p:pic>
      <p:sp>
        <p:nvSpPr>
          <p:cNvPr id="16" name="Title 12">
            <a:extLst>
              <a:ext uri="{FF2B5EF4-FFF2-40B4-BE49-F238E27FC236}">
                <a16:creationId xmlns:a16="http://schemas.microsoft.com/office/drawing/2014/main" id="{5C19FA07-F60A-4514-8AC9-18D82DA36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701" y="933449"/>
            <a:ext cx="8048624" cy="5045631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7D9B30B9-9802-42E6-8B03-D39435A0CE8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32373D8A-1746-BDD4-C66E-9B2CE35D68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6096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Opti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AB113E-AE4F-6E9C-F48B-7EFF231FD7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71"/>
            <a:ext cx="12191998" cy="6857656"/>
          </a:xfrm>
          <a:prstGeom prst="rect">
            <a:avLst/>
          </a:prstGeom>
        </p:spPr>
      </p:pic>
      <p:sp>
        <p:nvSpPr>
          <p:cNvPr id="16" name="Title 12">
            <a:extLst>
              <a:ext uri="{FF2B5EF4-FFF2-40B4-BE49-F238E27FC236}">
                <a16:creationId xmlns:a16="http://schemas.microsoft.com/office/drawing/2014/main" id="{5C19FA07-F60A-4514-8AC9-18D82DA36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701" y="933449"/>
            <a:ext cx="8048624" cy="5045631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7D9B30B9-9802-42E6-8B03-D39435A0CE8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32373D8A-1746-BDD4-C66E-9B2CE35D68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93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7E0FC87-57DA-E54E-814B-E683CC197FEE}"/>
              </a:ext>
            </a:extLst>
          </p:cNvPr>
          <p:cNvSpPr/>
          <p:nvPr userDrawn="1"/>
        </p:nvSpPr>
        <p:spPr>
          <a:xfrm flipV="1">
            <a:off x="0" y="6058894"/>
            <a:ext cx="12191999" cy="806512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2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6" name="Title 12">
            <a:extLst>
              <a:ext uri="{FF2B5EF4-FFF2-40B4-BE49-F238E27FC236}">
                <a16:creationId xmlns:a16="http://schemas.microsoft.com/office/drawing/2014/main" id="{FB0C8CF0-CB0D-4E3D-992A-FB1907B8E5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58606"/>
            <a:ext cx="11073603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tx2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51B7C008-7FD4-429D-956C-09A112E469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2431" y="1244320"/>
            <a:ext cx="11062122" cy="4136920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2400" kern="1200" dirty="0">
                <a:solidFill>
                  <a:schemeClr val="tx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pic>
        <p:nvPicPr>
          <p:cNvPr id="2" name="Picture 1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17DFF52A-CBF3-1E67-5094-73821152331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3796253-F05B-A1AF-C28E-EC8ACE130EB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232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81A38C-B102-A564-C22B-292ED6306B68}"/>
              </a:ext>
            </a:extLst>
          </p:cNvPr>
          <p:cNvSpPr/>
          <p:nvPr userDrawn="1"/>
        </p:nvSpPr>
        <p:spPr>
          <a:xfrm rot="10800000" flipV="1">
            <a:off x="8619145" y="-1"/>
            <a:ext cx="3583793" cy="6865407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2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5F651-8A45-C671-8058-FEFCFE35BB38}"/>
              </a:ext>
            </a:extLst>
          </p:cNvPr>
          <p:cNvSpPr/>
          <p:nvPr userDrawn="1"/>
        </p:nvSpPr>
        <p:spPr>
          <a:xfrm>
            <a:off x="7785290" y="521263"/>
            <a:ext cx="3880567" cy="57919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icture Placeholder 25">
            <a:extLst>
              <a:ext uri="{FF2B5EF4-FFF2-40B4-BE49-F238E27FC236}">
                <a16:creationId xmlns:a16="http://schemas.microsoft.com/office/drawing/2014/main" id="{DA292D2F-118E-4D26-A413-EA24C27258DE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7889402" y="619152"/>
            <a:ext cx="3672342" cy="5596211"/>
          </a:xfrm>
          <a:ln w="38100">
            <a:noFill/>
          </a:ln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16" name="Title 12">
            <a:extLst>
              <a:ext uri="{FF2B5EF4-FFF2-40B4-BE49-F238E27FC236}">
                <a16:creationId xmlns:a16="http://schemas.microsoft.com/office/drawing/2014/main" id="{FB0C8CF0-CB0D-4E3D-992A-FB1907B8E5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58606"/>
            <a:ext cx="6830333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tx2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51B7C008-7FD4-429D-956C-09A112E469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2431" y="1237826"/>
            <a:ext cx="6819870" cy="2191173"/>
          </a:xfrm>
        </p:spPr>
        <p:txBody>
          <a:bodyPr wrap="square">
            <a:noAutofit/>
          </a:bodyPr>
          <a:lstStyle>
            <a:lvl1pPr>
              <a:lnSpc>
                <a:spcPts val="2400"/>
              </a:lnSpc>
              <a:spcBef>
                <a:spcPts val="0"/>
              </a:spcBef>
              <a:defRPr lang="en-US" sz="2000" kern="1200" dirty="0">
                <a:solidFill>
                  <a:schemeClr val="tx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3FF8A206-7140-4EA6-BAAC-95671539391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431" y="3655727"/>
            <a:ext cx="3207931" cy="1734533"/>
          </a:xfrm>
        </p:spPr>
        <p:txBody>
          <a:bodyPr>
            <a:normAutofit/>
          </a:bodyPr>
          <a:lstStyle>
            <a:lvl1pPr marL="344488" indent="-344488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Wingdings" panose="05000000000000000000" pitchFamily="2" charset="2"/>
              <a:buChar char="§"/>
              <a:defRPr lang="en-US" sz="1800" kern="1200" dirty="0">
                <a:solidFill>
                  <a:schemeClr val="tx1"/>
                </a:solidFill>
                <a:latin typeface="+mn-lt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64E923F-876D-480E-939F-D55CEDCBC8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174370" y="3655727"/>
            <a:ext cx="3207931" cy="1734533"/>
          </a:xfrm>
        </p:spPr>
        <p:txBody>
          <a:bodyPr>
            <a:normAutofit/>
          </a:bodyPr>
          <a:lstStyle>
            <a:lvl1pPr marL="344488" indent="-344488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Wingdings" panose="05000000000000000000" pitchFamily="2" charset="2"/>
              <a:buChar char="§"/>
              <a:defRPr lang="en-US" sz="1800" kern="1200" dirty="0">
                <a:solidFill>
                  <a:schemeClr val="tx1"/>
                </a:solidFill>
                <a:latin typeface="+mn-lt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</p:txBody>
      </p:sp>
      <p:pic>
        <p:nvPicPr>
          <p:cNvPr id="3" name="Picture 2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EB47BA57-2C25-D77A-5CCE-4755D2B8FB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8551" y="6239741"/>
            <a:ext cx="1181106" cy="41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20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54BB75D2-E291-470E-9E81-02DB7AF8318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50950" y="1432560"/>
            <a:ext cx="2986334" cy="3668829"/>
          </a:xfrm>
        </p:spPr>
        <p:txBody>
          <a:bodyPr wrap="square">
            <a:noAutofit/>
          </a:bodyPr>
          <a:lstStyle>
            <a:lvl1pPr>
              <a:lnSpc>
                <a:spcPts val="1800"/>
              </a:lnSpc>
              <a:spcBef>
                <a:spcPts val="0"/>
              </a:spcBef>
              <a:defRPr lang="en-US" sz="20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C026ABB7-8F42-495B-9E85-02ABE801601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99561" y="1802975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AB1D7ACE-80F6-428F-B0C1-D26F49E05F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99561" y="1510932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1013A823-266F-FDDB-69AC-CD7816F9CDA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099561" y="3036151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97BE7E1E-A29D-11BC-5BBA-3A0CC95D35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99561" y="2744108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1848309F-13A6-5C08-55AC-17F07E76D3E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099561" y="4269327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5BF9E773-8A9C-9284-9DB4-C174542A31E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99561" y="3977284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9BBA9C-2A12-FB33-1C73-565C956851BD}"/>
              </a:ext>
            </a:extLst>
          </p:cNvPr>
          <p:cNvSpPr/>
          <p:nvPr userDrawn="1"/>
        </p:nvSpPr>
        <p:spPr>
          <a:xfrm flipV="1">
            <a:off x="0" y="6058894"/>
            <a:ext cx="12191999" cy="806512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2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97AC993-9D2C-1555-22FA-F4B9220483A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1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30DB6D4-E69E-FC35-C27E-A81B52DAB0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709CFECA-148F-197C-E1FE-4D32BD3AF0C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100561" y="1806354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8664B98-19A0-A9D8-D657-BF616FA56C7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00561" y="1514311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20E638E3-FBF6-7B99-0D3A-D10707F1971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100561" y="3039530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64BE0B0B-D04E-5809-5324-240BE4488C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00561" y="2747487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87CCD6D0-77A7-66ED-6C04-31499D34765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100561" y="4272706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C9710ECE-C370-3F4C-25A3-4214AD673B7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00561" y="3980663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2" name="Title 12">
            <a:extLst>
              <a:ext uri="{FF2B5EF4-FFF2-40B4-BE49-F238E27FC236}">
                <a16:creationId xmlns:a16="http://schemas.microsoft.com/office/drawing/2014/main" id="{073ED8F1-B3A3-1AB5-75DC-5C647B7B12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58606"/>
            <a:ext cx="11073603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tx2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954619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4463FFD-B557-4A02-A5EA-632ADB36B707}"/>
              </a:ext>
            </a:extLst>
          </p:cNvPr>
          <p:cNvSpPr/>
          <p:nvPr userDrawn="1"/>
        </p:nvSpPr>
        <p:spPr>
          <a:xfrm>
            <a:off x="2" y="1"/>
            <a:ext cx="6195752" cy="6875402"/>
          </a:xfrm>
          <a:prstGeom prst="rect">
            <a:avLst/>
          </a:prstGeom>
          <a:gradFill flip="none" rotWithShape="1">
            <a:gsLst>
              <a:gs pos="1000">
                <a:srgbClr val="0033A1"/>
              </a:gs>
              <a:gs pos="100000">
                <a:schemeClr val="accent3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33A1"/>
              </a:solidFill>
            </a:endParaRPr>
          </a:p>
        </p:txBody>
      </p:sp>
      <p:sp>
        <p:nvSpPr>
          <p:cNvPr id="18" name="Title 12">
            <a:extLst>
              <a:ext uri="{FF2B5EF4-FFF2-40B4-BE49-F238E27FC236}">
                <a16:creationId xmlns:a16="http://schemas.microsoft.com/office/drawing/2014/main" id="{6177DBA7-41FC-41F6-8D79-104BB964BC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58606"/>
            <a:ext cx="5055523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5115FB88-1541-4A66-9A16-2B31F222CFC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2432" y="1206704"/>
            <a:ext cx="5044041" cy="2724433"/>
          </a:xfrm>
        </p:spPr>
        <p:txBody>
          <a:bodyPr wrap="square">
            <a:noAutofit/>
          </a:bodyPr>
          <a:lstStyle>
            <a:lvl1pPr>
              <a:lnSpc>
                <a:spcPts val="2500"/>
              </a:lnSpc>
              <a:spcBef>
                <a:spcPts val="0"/>
              </a:spcBef>
              <a:defRPr lang="en-US" sz="2000" kern="120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A2FC920B-F374-4BAA-8606-634AC80EA5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709322" y="3429000"/>
            <a:ext cx="2130708" cy="2395124"/>
          </a:xfrm>
        </p:spPr>
        <p:txBody>
          <a:bodyPr wrap="square" anchor="b">
            <a:noAutofit/>
          </a:bodyPr>
          <a:lstStyle>
            <a:lvl1pPr>
              <a:lnSpc>
                <a:spcPts val="1800"/>
              </a:lnSpc>
              <a:spcBef>
                <a:spcPts val="0"/>
              </a:spcBef>
              <a:defRPr lang="en-US" sz="1400" b="1" i="1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32FF6CE0-E0DF-4872-B705-EAE6025528E5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6263219" y="-17405"/>
            <a:ext cx="3095866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82329212-ED48-4614-9478-A0E1FB6DC7D4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6263219" y="2304153"/>
            <a:ext cx="3095866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6AE30B4C-94BA-4E21-BED2-54A5187DE88A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263219" y="4629683"/>
            <a:ext cx="3095866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32030A5A-6BB3-43C4-BFA0-F867FBCAAE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431" y="4089591"/>
            <a:ext cx="3207931" cy="1734533"/>
          </a:xfrm>
        </p:spPr>
        <p:txBody>
          <a:bodyPr>
            <a:normAutofit/>
          </a:bodyPr>
          <a:lstStyle>
            <a:lvl1pPr marL="344488" indent="-344488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Wingdings" panose="05000000000000000000" pitchFamily="2" charset="2"/>
              <a:buChar char="§"/>
              <a:defRPr lang="en-US" sz="1800" kern="1200" dirty="0">
                <a:solidFill>
                  <a:schemeClr val="bg1"/>
                </a:solidFill>
                <a:latin typeface="+mn-lt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</p:txBody>
      </p:sp>
      <p:pic>
        <p:nvPicPr>
          <p:cNvPr id="3" name="Picture 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142AD8D-DAFD-8799-1F3E-57159A4D504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3A5AA7C-14A9-EEED-CE5D-D7D5666C262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tx2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3882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folio Coll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A2FC920B-F374-4BAA-8606-634AC80EA5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709322" y="4532471"/>
            <a:ext cx="2130708" cy="1758158"/>
          </a:xfrm>
        </p:spPr>
        <p:txBody>
          <a:bodyPr wrap="square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2000" b="1" i="1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32FF6CE0-E0DF-4872-B705-EAE6025528E5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6317673" y="0"/>
            <a:ext cx="3013704" cy="2210912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82329212-ED48-4614-9478-A0E1FB6DC7D4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6317673" y="2304153"/>
            <a:ext cx="3013704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6AE30B4C-94BA-4E21-BED2-54A5187DE88A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317673" y="4629683"/>
            <a:ext cx="3013704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3" name="Picture Placeholder 25">
            <a:extLst>
              <a:ext uri="{FF2B5EF4-FFF2-40B4-BE49-F238E27FC236}">
                <a16:creationId xmlns:a16="http://schemas.microsoft.com/office/drawing/2014/main" id="{C83EE13A-2B05-C9F2-BB89-F4345A343539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-2008" y="-17406"/>
            <a:ext cx="6222498" cy="6875406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4" name="Picture Placeholder 25">
            <a:extLst>
              <a:ext uri="{FF2B5EF4-FFF2-40B4-BE49-F238E27FC236}">
                <a16:creationId xmlns:a16="http://schemas.microsoft.com/office/drawing/2014/main" id="{AB6380C6-F41F-A10D-66E8-E1A206A72E50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9428560" y="0"/>
            <a:ext cx="2763440" cy="4127335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9FB7DB6-FCE6-455C-8DDA-A50EBA91C56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27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folio Slide - Large Image with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A2FC920B-F374-4BAA-8606-634AC80EA5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48800" y="4532471"/>
            <a:ext cx="2391230" cy="1758158"/>
          </a:xfrm>
        </p:spPr>
        <p:txBody>
          <a:bodyPr wrap="square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2000" b="1" i="1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" name="Picture Placeholder 25">
            <a:extLst>
              <a:ext uri="{FF2B5EF4-FFF2-40B4-BE49-F238E27FC236}">
                <a16:creationId xmlns:a16="http://schemas.microsoft.com/office/drawing/2014/main" id="{C83EE13A-2B05-C9F2-BB89-F4345A343539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-2008" y="-17406"/>
            <a:ext cx="9078598" cy="6875406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4" name="Picture Placeholder 25">
            <a:extLst>
              <a:ext uri="{FF2B5EF4-FFF2-40B4-BE49-F238E27FC236}">
                <a16:creationId xmlns:a16="http://schemas.microsoft.com/office/drawing/2014/main" id="{AB6380C6-F41F-A10D-66E8-E1A206A72E50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9165771" y="0"/>
            <a:ext cx="3026229" cy="4136571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4F7FFA7-4A3E-9D81-E34A-FA319B69AC3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010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- Teal BG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rch on a blue background&#10;&#10;AI-generated content may be incorrect.">
            <a:extLst>
              <a:ext uri="{FF2B5EF4-FFF2-40B4-BE49-F238E27FC236}">
                <a16:creationId xmlns:a16="http://schemas.microsoft.com/office/drawing/2014/main" id="{8E9DD650-C014-78CE-B2CE-5E291A2A153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3894" y="0"/>
            <a:ext cx="12205894" cy="6865472"/>
          </a:xfrm>
          <a:prstGeom prst="rect">
            <a:avLst/>
          </a:prstGeom>
        </p:spPr>
      </p:pic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32373D8A-1746-BDD4-C66E-9B2CE35D68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6" name="Title 12">
            <a:extLst>
              <a:ext uri="{FF2B5EF4-FFF2-40B4-BE49-F238E27FC236}">
                <a16:creationId xmlns:a16="http://schemas.microsoft.com/office/drawing/2014/main" id="{0CC30D88-7A0B-4548-DB20-A902DCEDB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431" y="1033876"/>
            <a:ext cx="7142316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83666A43-53E9-2F97-1E03-B643FAE7803B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565084" y="1707524"/>
            <a:ext cx="7139222" cy="3984117"/>
          </a:xfrm>
        </p:spPr>
        <p:txBody>
          <a:bodyPr wrap="square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lang="en-US" sz="2400" b="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10B52A26-762F-5E12-CCF4-AE9498F178C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124545" y="3657600"/>
            <a:ext cx="2715485" cy="1992351"/>
          </a:xfrm>
        </p:spPr>
        <p:txBody>
          <a:bodyPr wrap="square" anchor="b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2000" b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0" name="Picture Placeholder 25">
            <a:extLst>
              <a:ext uri="{FF2B5EF4-FFF2-40B4-BE49-F238E27FC236}">
                <a16:creationId xmlns:a16="http://schemas.microsoft.com/office/drawing/2014/main" id="{AF009BCD-3F9C-632E-AA0A-0B043DF68596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9124545" y="1889654"/>
            <a:ext cx="2715485" cy="1767946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08EEFEE-E395-F63F-450A-52FA67FC195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2450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- Green BG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CC7D4F6-DA12-7E9E-B5C2-7C137681A5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47624" y="-8316"/>
            <a:ext cx="12239624" cy="6884445"/>
          </a:xfrm>
          <a:prstGeom prst="rect">
            <a:avLst/>
          </a:prstGeom>
        </p:spPr>
      </p:pic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7D9B30B9-9802-42E6-8B03-D39435A0CE8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3" name="Picture 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9171C77A-5FE4-A33F-1DB4-F12156DAF0A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8" name="Title 12">
            <a:extLst>
              <a:ext uri="{FF2B5EF4-FFF2-40B4-BE49-F238E27FC236}">
                <a16:creationId xmlns:a16="http://schemas.microsoft.com/office/drawing/2014/main" id="{1903EE2D-A336-3A6F-EF08-ABACE2942E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431" y="1033876"/>
            <a:ext cx="7142316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E3E700BB-756A-849A-F75C-3E35D28A963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565084" y="1707524"/>
            <a:ext cx="7139222" cy="3984117"/>
          </a:xfrm>
        </p:spPr>
        <p:txBody>
          <a:bodyPr wrap="square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lang="en-US" sz="2400" b="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855F3F3A-CFF5-0E57-E1B2-C469C707CC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124545" y="3657600"/>
            <a:ext cx="2715485" cy="1992351"/>
          </a:xfrm>
        </p:spPr>
        <p:txBody>
          <a:bodyPr wrap="square" anchor="b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2000" b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0" name="Picture Placeholder 25">
            <a:extLst>
              <a:ext uri="{FF2B5EF4-FFF2-40B4-BE49-F238E27FC236}">
                <a16:creationId xmlns:a16="http://schemas.microsoft.com/office/drawing/2014/main" id="{B4F7FA2E-9134-8A9F-2653-934888A8DF92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9124545" y="1889653"/>
            <a:ext cx="2715485" cy="1760539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0841951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- Blue BG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rch on a blue background&#10;&#10;AI-generated content may be incorrect.">
            <a:extLst>
              <a:ext uri="{FF2B5EF4-FFF2-40B4-BE49-F238E27FC236}">
                <a16:creationId xmlns:a16="http://schemas.microsoft.com/office/drawing/2014/main" id="{97C96741-ED3C-4FCD-CDB1-66CC7A7A83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71"/>
            <a:ext cx="12192000" cy="6857657"/>
          </a:xfrm>
          <a:prstGeom prst="rect">
            <a:avLst/>
          </a:prstGeom>
        </p:spPr>
      </p:pic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7D9B30B9-9802-42E6-8B03-D39435A0CE8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275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2">
            <a:extLst>
              <a:ext uri="{FF2B5EF4-FFF2-40B4-BE49-F238E27FC236}">
                <a16:creationId xmlns:a16="http://schemas.microsoft.com/office/drawing/2014/main" id="{16B2EB05-E4CA-F750-0442-CCD0DAF120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49371" y="1033876"/>
            <a:ext cx="7142316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0EAD4384-175B-64BB-A9DA-6393A8D0927D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352024" y="1701867"/>
            <a:ext cx="7139222" cy="3984117"/>
          </a:xfrm>
        </p:spPr>
        <p:txBody>
          <a:bodyPr wrap="square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lang="en-US" sz="2400" b="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pic>
        <p:nvPicPr>
          <p:cNvPr id="8" name="Picture 7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9DEDC6B2-875B-7A26-B141-4579FAF919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7195"/>
            <a:ext cx="1165991" cy="410688"/>
          </a:xfrm>
          <a:prstGeom prst="rect">
            <a:avLst/>
          </a:prstGeom>
        </p:spPr>
      </p:pic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AB4E622E-AF6B-15DD-FFBA-6DEB08A9352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76653" y="3657600"/>
            <a:ext cx="2715485" cy="1992351"/>
          </a:xfrm>
        </p:spPr>
        <p:txBody>
          <a:bodyPr wrap="square" anchor="b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lang="en-US" sz="2000" b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4" name="Picture Placeholder 25">
            <a:extLst>
              <a:ext uri="{FF2B5EF4-FFF2-40B4-BE49-F238E27FC236}">
                <a16:creationId xmlns:a16="http://schemas.microsoft.com/office/drawing/2014/main" id="{1B3D5EE7-8E93-1601-F777-9C4047A3FA9B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376653" y="1889654"/>
            <a:ext cx="2715485" cy="1767946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20758716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with Sta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6C3788-7872-C2B4-ED1B-3B436F1FFDF0}"/>
              </a:ext>
            </a:extLst>
          </p:cNvPr>
          <p:cNvSpPr/>
          <p:nvPr userDrawn="1"/>
        </p:nvSpPr>
        <p:spPr>
          <a:xfrm rot="10800000" flipV="1">
            <a:off x="7125141" y="-1"/>
            <a:ext cx="5066858" cy="6865408"/>
          </a:xfrm>
          <a:prstGeom prst="rect">
            <a:avLst/>
          </a:prstGeom>
          <a:gradFill flip="none" rotWithShape="1">
            <a:gsLst>
              <a:gs pos="0">
                <a:srgbClr val="18276A"/>
              </a:gs>
              <a:gs pos="100000">
                <a:srgbClr val="0033A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7DF9EE56-05F4-4623-AC54-6ACFE882B1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50951" y="1478718"/>
            <a:ext cx="6003918" cy="3997954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20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2D79DFB4-F9B5-4834-BD0D-3C240ED2865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716329" y="2209818"/>
            <a:ext cx="1657105" cy="315792"/>
          </a:xfrm>
          <a:noFill/>
        </p:spPr>
        <p:txBody>
          <a:bodyPr wrap="square" rtlCol="0">
            <a:spAutoFit/>
          </a:bodyPr>
          <a:lstStyle>
            <a:lvl1pPr algn="ctr">
              <a:defRPr lang="en-US" sz="1400" dirty="0">
                <a:solidFill>
                  <a:schemeClr val="bg1"/>
                </a:solidFill>
                <a:latin typeface="+mj-lt"/>
                <a:ea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 algn="ctr" defTabSz="914400">
              <a:lnSpc>
                <a:spcPct val="113000"/>
              </a:lnSpc>
              <a:spcBef>
                <a:spcPts val="0"/>
              </a:spcBef>
            </a:pPr>
            <a:r>
              <a:rPr lang="en-US"/>
              <a:t>Add text here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C7616A08-F7E9-490A-B013-701FA0C1DE1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716329" y="1645005"/>
            <a:ext cx="1657105" cy="618631"/>
          </a:xfrm>
          <a:noFill/>
        </p:spPr>
        <p:txBody>
          <a:bodyPr wrap="square" rtlCol="0">
            <a:spAutoFit/>
          </a:bodyPr>
          <a:lstStyle>
            <a:lvl1pPr algn="ctr">
              <a:defRPr lang="en-US" sz="38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algn="ctr" defTabSz="914400"/>
            <a:r>
              <a:rPr lang="en-US"/>
              <a:t>XX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7B91AF60-3DF9-4504-8D1B-8B36EFD034D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943706" y="2209818"/>
            <a:ext cx="1657105" cy="315792"/>
          </a:xfrm>
          <a:noFill/>
        </p:spPr>
        <p:txBody>
          <a:bodyPr wrap="square" rtlCol="0">
            <a:spAutoFit/>
          </a:bodyPr>
          <a:lstStyle>
            <a:lvl1pPr algn="ctr">
              <a:defRPr lang="en-US" sz="1400" dirty="0">
                <a:solidFill>
                  <a:schemeClr val="bg1"/>
                </a:solidFill>
                <a:latin typeface="+mj-lt"/>
                <a:ea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 algn="ctr" defTabSz="914400">
              <a:lnSpc>
                <a:spcPct val="113000"/>
              </a:lnSpc>
              <a:spcBef>
                <a:spcPts val="0"/>
              </a:spcBef>
            </a:pPr>
            <a:r>
              <a:rPr lang="en-US"/>
              <a:t>Add text here</a:t>
            </a: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7EA5D99A-3597-4F07-825C-6364AA5EF72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943706" y="1645005"/>
            <a:ext cx="1657105" cy="618631"/>
          </a:xfrm>
          <a:noFill/>
        </p:spPr>
        <p:txBody>
          <a:bodyPr wrap="square" rtlCol="0">
            <a:spAutoFit/>
          </a:bodyPr>
          <a:lstStyle>
            <a:lvl1pPr algn="ctr">
              <a:defRPr lang="en-US" sz="38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algn="ctr" defTabSz="914400"/>
            <a:r>
              <a:rPr lang="en-US"/>
              <a:t>XX</a:t>
            </a:r>
          </a:p>
        </p:txBody>
      </p:sp>
      <p:sp>
        <p:nvSpPr>
          <p:cNvPr id="31" name="Title 12">
            <a:extLst>
              <a:ext uri="{FF2B5EF4-FFF2-40B4-BE49-F238E27FC236}">
                <a16:creationId xmlns:a16="http://schemas.microsoft.com/office/drawing/2014/main" id="{2DB6C9FD-BD79-480C-91F4-BE7E3A1CD8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49" y="614906"/>
            <a:ext cx="6003919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defRPr lang="en-US" sz="3400" b="1" cap="none" baseline="0" dirty="0">
                <a:solidFill>
                  <a:schemeClr val="tx2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15084CE-5899-462A-8085-5D00FEB22E4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275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12D2E0EC-526E-2925-0F35-2753573E234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8551" y="6241871"/>
            <a:ext cx="1181106" cy="41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57865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et the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C2B41958-C67C-CD29-3BFD-908FC837A3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-9"/>
            <a:ext cx="12191999" cy="6865417"/>
          </a:xfrm>
          <a:prstGeom prst="rect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D497ED6F-FBDF-411A-B7FA-D39ED82E0778}"/>
              </a:ext>
            </a:extLst>
          </p:cNvPr>
          <p:cNvSpPr>
            <a:spLocks/>
          </p:cNvSpPr>
          <p:nvPr userDrawn="1"/>
        </p:nvSpPr>
        <p:spPr>
          <a:xfrm flipV="1">
            <a:off x="4044462" y="566055"/>
            <a:ext cx="2363097" cy="5599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77800" sx="102000" sy="102000" algn="ctr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69" name="Text Placeholder 15">
            <a:extLst>
              <a:ext uri="{FF2B5EF4-FFF2-40B4-BE49-F238E27FC236}">
                <a16:creationId xmlns:a16="http://schemas.microsoft.com/office/drawing/2014/main" id="{09C2AEB5-D64A-4F67-BAF3-4334461F7F1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17695" y="2808020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3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Name</a:t>
            </a:r>
          </a:p>
        </p:txBody>
      </p:sp>
      <p:sp>
        <p:nvSpPr>
          <p:cNvPr id="70" name="Text Placeholder 15">
            <a:extLst>
              <a:ext uri="{FF2B5EF4-FFF2-40B4-BE49-F238E27FC236}">
                <a16:creationId xmlns:a16="http://schemas.microsoft.com/office/drawing/2014/main" id="{9C01FDBC-7A5B-4AD0-9CA2-59083C30CFC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17695" y="3064445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200" b="1" i="1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Title</a:t>
            </a:r>
          </a:p>
        </p:txBody>
      </p:sp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id="{285F6E78-D06D-44DA-B003-BEA67C5F242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275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Picture 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DD9C5F08-6EA1-CBFB-905F-D7CDBEE801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7195"/>
            <a:ext cx="1165991" cy="410688"/>
          </a:xfrm>
          <a:prstGeom prst="rect">
            <a:avLst/>
          </a:prstGeom>
        </p:spPr>
      </p:pic>
      <p:sp>
        <p:nvSpPr>
          <p:cNvPr id="12" name="Picture Placeholder 25">
            <a:extLst>
              <a:ext uri="{FF2B5EF4-FFF2-40B4-BE49-F238E27FC236}">
                <a16:creationId xmlns:a16="http://schemas.microsoft.com/office/drawing/2014/main" id="{A56F20BC-4D83-02D5-B576-ACB123D9D57B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4302312" y="819234"/>
            <a:ext cx="1847396" cy="1845713"/>
          </a:xfrm>
          <a:prstGeom prst="ellipse">
            <a:avLst/>
          </a:prstGeom>
          <a:ln w="28575">
            <a:noFill/>
          </a:ln>
          <a:effectLst/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94C4B4E9-EEBB-5046-7AE5-B0C426D3A3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02312" y="3667883"/>
            <a:ext cx="1847396" cy="2208506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Short bio of team member goes here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CE5E232-12E7-5F6C-13C8-A4F3F3E2949D}"/>
              </a:ext>
            </a:extLst>
          </p:cNvPr>
          <p:cNvSpPr/>
          <p:nvPr userDrawn="1"/>
        </p:nvSpPr>
        <p:spPr>
          <a:xfrm>
            <a:off x="5009750" y="5915264"/>
            <a:ext cx="432519" cy="432519"/>
          </a:xfrm>
          <a:prstGeom prst="ellipse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45178AB-3D25-1A38-0289-DBEA3C76B426}"/>
              </a:ext>
            </a:extLst>
          </p:cNvPr>
          <p:cNvCxnSpPr>
            <a:cxnSpLocks/>
          </p:cNvCxnSpPr>
          <p:nvPr userDrawn="1"/>
        </p:nvCxnSpPr>
        <p:spPr>
          <a:xfrm>
            <a:off x="4926569" y="3554117"/>
            <a:ext cx="598882" cy="0"/>
          </a:xfrm>
          <a:prstGeom prst="line">
            <a:avLst/>
          </a:prstGeom>
          <a:ln w="3175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17EA3CBD-B251-8C67-0E11-CC2B8AA38F76}"/>
              </a:ext>
            </a:extLst>
          </p:cNvPr>
          <p:cNvSpPr>
            <a:spLocks/>
          </p:cNvSpPr>
          <p:nvPr userDrawn="1"/>
        </p:nvSpPr>
        <p:spPr>
          <a:xfrm flipV="1">
            <a:off x="6680792" y="566055"/>
            <a:ext cx="2363097" cy="5599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77800" sx="102000" sy="102000" algn="ctr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7816C2A4-7030-9985-4F6C-079426E8C4A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954025" y="2808020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3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Name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B703D802-BF8D-1CD3-AB91-0A92CFC3839D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954025" y="3064445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200" b="1" i="1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Title</a:t>
            </a:r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77CB86FD-7133-81BB-EAF6-803CA43D3B03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6938642" y="819234"/>
            <a:ext cx="1847396" cy="1845713"/>
          </a:xfrm>
          <a:prstGeom prst="ellipse">
            <a:avLst/>
          </a:prstGeom>
          <a:ln w="28575">
            <a:noFill/>
          </a:ln>
          <a:effectLst/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B488DA3E-3E44-793C-6B0B-2988B2BEDC6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938642" y="3667883"/>
            <a:ext cx="1847396" cy="2208506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Short bio of team member goes here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9CC58DF-F5C3-90E7-68FF-28A4019A9BEB}"/>
              </a:ext>
            </a:extLst>
          </p:cNvPr>
          <p:cNvSpPr/>
          <p:nvPr userDrawn="1"/>
        </p:nvSpPr>
        <p:spPr>
          <a:xfrm>
            <a:off x="7646080" y="5915264"/>
            <a:ext cx="432519" cy="432519"/>
          </a:xfrm>
          <a:prstGeom prst="ellipse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4EC783-9D42-64D1-332A-4D7B9186C823}"/>
              </a:ext>
            </a:extLst>
          </p:cNvPr>
          <p:cNvCxnSpPr>
            <a:cxnSpLocks/>
          </p:cNvCxnSpPr>
          <p:nvPr userDrawn="1"/>
        </p:nvCxnSpPr>
        <p:spPr>
          <a:xfrm>
            <a:off x="7562899" y="3554117"/>
            <a:ext cx="598882" cy="0"/>
          </a:xfrm>
          <a:prstGeom prst="line">
            <a:avLst/>
          </a:prstGeom>
          <a:ln w="3175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204FA55-C3BD-EA4B-3D76-D0BBA04E4915}"/>
              </a:ext>
            </a:extLst>
          </p:cNvPr>
          <p:cNvSpPr>
            <a:spLocks/>
          </p:cNvSpPr>
          <p:nvPr userDrawn="1"/>
        </p:nvSpPr>
        <p:spPr>
          <a:xfrm flipV="1">
            <a:off x="9297780" y="566057"/>
            <a:ext cx="2363097" cy="5599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77800" sx="102000" sy="102000" algn="ctr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B9793A54-EC57-0A00-57BD-73FA20A00F0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9571013" y="2808022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3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Name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4FFF11D3-BD2A-BA19-A5B8-B3770863179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571013" y="3064447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200" b="1" i="1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Title</a:t>
            </a:r>
          </a:p>
        </p:txBody>
      </p:sp>
      <p:sp>
        <p:nvSpPr>
          <p:cNvPr id="41" name="Picture Placeholder 25">
            <a:extLst>
              <a:ext uri="{FF2B5EF4-FFF2-40B4-BE49-F238E27FC236}">
                <a16:creationId xmlns:a16="http://schemas.microsoft.com/office/drawing/2014/main" id="{684CAAC3-EA0E-6AC5-EAD4-181A48E9100D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>
            <a:off x="9555630" y="819236"/>
            <a:ext cx="1847396" cy="1845713"/>
          </a:xfrm>
          <a:prstGeom prst="ellipse">
            <a:avLst/>
          </a:prstGeom>
          <a:ln w="28575">
            <a:noFill/>
          </a:ln>
          <a:effectLst/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42" name="Text Placeholder 15">
            <a:extLst>
              <a:ext uri="{FF2B5EF4-FFF2-40B4-BE49-F238E27FC236}">
                <a16:creationId xmlns:a16="http://schemas.microsoft.com/office/drawing/2014/main" id="{FC159E57-5E91-005D-CD5B-D78953A8DA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555630" y="3667885"/>
            <a:ext cx="1847396" cy="2208506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Short bio of team member goes here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6F9CC03-58BD-07D0-B8FD-7BA48D91645E}"/>
              </a:ext>
            </a:extLst>
          </p:cNvPr>
          <p:cNvSpPr/>
          <p:nvPr userDrawn="1"/>
        </p:nvSpPr>
        <p:spPr>
          <a:xfrm>
            <a:off x="10263068" y="5915266"/>
            <a:ext cx="432519" cy="432519"/>
          </a:xfrm>
          <a:prstGeom prst="ellipse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E40D9EC-157F-7892-376E-68A4544C1846}"/>
              </a:ext>
            </a:extLst>
          </p:cNvPr>
          <p:cNvCxnSpPr>
            <a:cxnSpLocks/>
          </p:cNvCxnSpPr>
          <p:nvPr userDrawn="1"/>
        </p:nvCxnSpPr>
        <p:spPr>
          <a:xfrm>
            <a:off x="10179887" y="3554119"/>
            <a:ext cx="598882" cy="0"/>
          </a:xfrm>
          <a:prstGeom prst="line">
            <a:avLst/>
          </a:prstGeom>
          <a:ln w="3175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15758A-0DED-2170-9D06-8F7ECA58B063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547688" y="2481942"/>
            <a:ext cx="2984994" cy="339444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990E0DD-2DA4-B74D-840D-5CD671112F9A}"/>
              </a:ext>
            </a:extLst>
          </p:cNvPr>
          <p:cNvSpPr/>
          <p:nvPr userDrawn="1"/>
        </p:nvSpPr>
        <p:spPr>
          <a:xfrm>
            <a:off x="629097" y="902082"/>
            <a:ext cx="840477" cy="79526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itle 12">
            <a:extLst>
              <a:ext uri="{FF2B5EF4-FFF2-40B4-BE49-F238E27FC236}">
                <a16:creationId xmlns:a16="http://schemas.microsoft.com/office/drawing/2014/main" id="{0BD02125-49DE-69FA-3B01-66E5080699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431" y="1221739"/>
            <a:ext cx="2984994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spcBef>
                <a:spcPts val="0"/>
              </a:spcBef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1643489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 - 3 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>
            <a:extLst>
              <a:ext uri="{FF2B5EF4-FFF2-40B4-BE49-F238E27FC236}">
                <a16:creationId xmlns:a16="http://schemas.microsoft.com/office/drawing/2014/main" id="{5592CFE2-5DAF-41D2-9E3F-1452A83FEE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1999" cy="3303516"/>
          </a:xfrm>
          <a:prstGeom prst="rect">
            <a:avLst/>
          </a:prstGeom>
          <a:effectLst/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CF59F10D-2B5F-47DF-B318-1FA105FD91FA}"/>
              </a:ext>
            </a:extLst>
          </p:cNvPr>
          <p:cNvSpPr/>
          <p:nvPr userDrawn="1"/>
        </p:nvSpPr>
        <p:spPr>
          <a:xfrm rot="10800000" flipV="1">
            <a:off x="1" y="-2"/>
            <a:ext cx="12209624" cy="3303516"/>
          </a:xfrm>
          <a:prstGeom prst="rect">
            <a:avLst/>
          </a:prstGeom>
          <a:gradFill flip="none" rotWithShape="1">
            <a:gsLst>
              <a:gs pos="19000">
                <a:schemeClr val="accent1">
                  <a:lumMod val="100000"/>
                  <a:alpha val="92000"/>
                </a:schemeClr>
              </a:gs>
              <a:gs pos="100000">
                <a:schemeClr val="accent2">
                  <a:alpha val="90000"/>
                </a:schemeClr>
              </a:gs>
            </a:gsLst>
            <a:lin ang="162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AB2D4312-727F-4A8A-BE6A-A6F847AA51B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1856" y="4635014"/>
            <a:ext cx="2543561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accent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1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50E9E2C9-03D4-4CC4-97E8-DD8DC8C9784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51855" y="4960442"/>
            <a:ext cx="2543562" cy="983157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687FA82C-64C1-498C-8FDE-285C4984B89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824220" y="4635014"/>
            <a:ext cx="2543561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accent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2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169882EE-C047-472C-B771-35B0566345B6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829883" y="4960442"/>
            <a:ext cx="2532234" cy="983157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8" name="Text Placeholder 15">
            <a:extLst>
              <a:ext uri="{FF2B5EF4-FFF2-40B4-BE49-F238E27FC236}">
                <a16:creationId xmlns:a16="http://schemas.microsoft.com/office/drawing/2014/main" id="{758D6D3C-8FD5-4586-881F-C16636161E2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497661" y="4635014"/>
            <a:ext cx="2543561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accent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3</a:t>
            </a:r>
          </a:p>
        </p:txBody>
      </p:sp>
      <p:sp>
        <p:nvSpPr>
          <p:cNvPr id="39" name="Text Placeholder 15">
            <a:extLst>
              <a:ext uri="{FF2B5EF4-FFF2-40B4-BE49-F238E27FC236}">
                <a16:creationId xmlns:a16="http://schemas.microsoft.com/office/drawing/2014/main" id="{67C73AB6-3EF1-4CDB-B1DB-A8DD1E859BBF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503324" y="4960442"/>
            <a:ext cx="2532234" cy="983157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0" name="Picture Placeholder 25">
            <a:extLst>
              <a:ext uri="{FF2B5EF4-FFF2-40B4-BE49-F238E27FC236}">
                <a16:creationId xmlns:a16="http://schemas.microsoft.com/office/drawing/2014/main" id="{555E0748-A263-4A44-B840-DED200281BAF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4950278" y="2132060"/>
            <a:ext cx="2291444" cy="2289357"/>
          </a:xfrm>
          <a:prstGeom prst="ellipse">
            <a:avLst/>
          </a:prstGeom>
          <a:ln w="38100">
            <a:solidFill>
              <a:schemeClr val="bg1"/>
            </a:solidFill>
          </a:ln>
          <a:effectLst>
            <a:outerShdw blurRad="381000" dir="14880000" algn="br" rotWithShape="0">
              <a:prstClr val="black">
                <a:alpha val="15000"/>
              </a:prstClr>
            </a:outerShdw>
          </a:effectLst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44" name="Text Placeholder 15">
            <a:extLst>
              <a:ext uri="{FF2B5EF4-FFF2-40B4-BE49-F238E27FC236}">
                <a16:creationId xmlns:a16="http://schemas.microsoft.com/office/drawing/2014/main" id="{5CD17F92-34D8-4F0B-9586-C2C1E33BB9F7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1170702" y="1180730"/>
            <a:ext cx="9850596" cy="514174"/>
          </a:xfrm>
          <a:effectLst/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2000" dirty="0">
                <a:solidFill>
                  <a:schemeClr val="bg1"/>
                </a:solidFill>
                <a:effectLst>
                  <a:outerShdw sx="1000" sy="1000" algn="ctr" rotWithShape="0">
                    <a:srgbClr val="000000"/>
                  </a:outerShdw>
                </a:effectLst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6" name="Title 12">
            <a:extLst>
              <a:ext uri="{FF2B5EF4-FFF2-40B4-BE49-F238E27FC236}">
                <a16:creationId xmlns:a16="http://schemas.microsoft.com/office/drawing/2014/main" id="{5E6D648B-130E-40E9-9641-33BAEED18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0702" y="553998"/>
            <a:ext cx="9850596" cy="615553"/>
          </a:xfrm>
        </p:spPr>
        <p:txBody>
          <a:bodyPr wrap="square" anchor="t" anchorCtr="0">
            <a:spAutoFit/>
          </a:bodyPr>
          <a:lstStyle>
            <a:lvl1pPr algn="ctr">
              <a:lnSpc>
                <a:spcPct val="1000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5F6AB44C-EC05-4628-8D05-00507A830C2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3" name="Picture 2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2A4F78C1-2F36-D63C-17E9-09371FCC987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8551" y="6239741"/>
            <a:ext cx="1181106" cy="416012"/>
          </a:xfrm>
          <a:prstGeom prst="rect">
            <a:avLst/>
          </a:prstGeom>
        </p:spPr>
      </p:pic>
      <p:sp>
        <p:nvSpPr>
          <p:cNvPr id="5" name="Picture Placeholder 25">
            <a:extLst>
              <a:ext uri="{FF2B5EF4-FFF2-40B4-BE49-F238E27FC236}">
                <a16:creationId xmlns:a16="http://schemas.microsoft.com/office/drawing/2014/main" id="{C02103B4-25EA-43E3-7B0C-8EA211C1AB27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>
            <a:off x="1377915" y="2132060"/>
            <a:ext cx="2291444" cy="2289357"/>
          </a:xfrm>
          <a:prstGeom prst="ellipse">
            <a:avLst/>
          </a:prstGeom>
          <a:ln w="38100">
            <a:solidFill>
              <a:schemeClr val="bg1"/>
            </a:solidFill>
          </a:ln>
          <a:effectLst>
            <a:outerShdw blurRad="381000" dir="14880000" algn="br" rotWithShape="0">
              <a:prstClr val="black">
                <a:alpha val="15000"/>
              </a:prstClr>
            </a:outerShdw>
          </a:effectLst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6" name="Picture Placeholder 25">
            <a:extLst>
              <a:ext uri="{FF2B5EF4-FFF2-40B4-BE49-F238E27FC236}">
                <a16:creationId xmlns:a16="http://schemas.microsoft.com/office/drawing/2014/main" id="{0EC99AD4-D939-4072-3C77-3CDFE348509E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>
          <a:xfrm>
            <a:off x="8623719" y="2132059"/>
            <a:ext cx="2291444" cy="2289357"/>
          </a:xfrm>
          <a:prstGeom prst="ellipse">
            <a:avLst/>
          </a:prstGeom>
          <a:ln w="38100">
            <a:solidFill>
              <a:schemeClr val="bg1"/>
            </a:solidFill>
          </a:ln>
          <a:effectLst>
            <a:outerShdw blurRad="381000" dir="14880000" algn="br" rotWithShape="0">
              <a:prstClr val="black">
                <a:alpha val="15000"/>
              </a:prstClr>
            </a:outerShdw>
          </a:effectLst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20890163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 - 4 St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3168D6-35E0-2AFB-E4EC-50C6560204DD}"/>
              </a:ext>
            </a:extLst>
          </p:cNvPr>
          <p:cNvSpPr/>
          <p:nvPr userDrawn="1"/>
        </p:nvSpPr>
        <p:spPr>
          <a:xfrm>
            <a:off x="2" y="1"/>
            <a:ext cx="12191998" cy="6875402"/>
          </a:xfrm>
          <a:prstGeom prst="rect">
            <a:avLst/>
          </a:prstGeom>
          <a:gradFill flip="none" rotWithShape="1">
            <a:gsLst>
              <a:gs pos="1000">
                <a:srgbClr val="0033A1"/>
              </a:gs>
              <a:gs pos="100000">
                <a:schemeClr val="accent3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33A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16F6B3-8A56-4D82-8C4B-E3D409B1C18D}"/>
              </a:ext>
            </a:extLst>
          </p:cNvPr>
          <p:cNvCxnSpPr>
            <a:cxnSpLocks/>
            <a:endCxn id="15" idx="60"/>
          </p:cNvCxnSpPr>
          <p:nvPr userDrawn="1"/>
        </p:nvCxnSpPr>
        <p:spPr>
          <a:xfrm flipV="1">
            <a:off x="4263833" y="1990077"/>
            <a:ext cx="535148" cy="236913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6454CD6-2DF3-4EAD-8C4C-53CABB543603}"/>
              </a:ext>
            </a:extLst>
          </p:cNvPr>
          <p:cNvCxnSpPr>
            <a:cxnSpLocks/>
          </p:cNvCxnSpPr>
          <p:nvPr userDrawn="1"/>
        </p:nvCxnSpPr>
        <p:spPr>
          <a:xfrm>
            <a:off x="4724124" y="3252059"/>
            <a:ext cx="603780" cy="1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FB4F36-FA15-41A9-BD98-DA90E7987521}"/>
              </a:ext>
            </a:extLst>
          </p:cNvPr>
          <p:cNvCxnSpPr>
            <a:cxnSpLocks/>
            <a:endCxn id="14" idx="3"/>
          </p:cNvCxnSpPr>
          <p:nvPr userDrawn="1"/>
        </p:nvCxnSpPr>
        <p:spPr>
          <a:xfrm>
            <a:off x="4581561" y="4328189"/>
            <a:ext cx="566003" cy="147694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A15655-68F3-405B-8281-CEF05AF2FDDE}"/>
              </a:ext>
            </a:extLst>
          </p:cNvPr>
          <p:cNvCxnSpPr>
            <a:cxnSpLocks/>
            <a:endCxn id="17" idx="5"/>
          </p:cNvCxnSpPr>
          <p:nvPr userDrawn="1"/>
        </p:nvCxnSpPr>
        <p:spPr>
          <a:xfrm>
            <a:off x="3886630" y="5181432"/>
            <a:ext cx="432279" cy="365107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reeform 21">
            <a:extLst>
              <a:ext uri="{FF2B5EF4-FFF2-40B4-BE49-F238E27FC236}">
                <a16:creationId xmlns:a16="http://schemas.microsoft.com/office/drawing/2014/main" id="{E5F830FE-3B5A-47D7-819B-946350343097}"/>
              </a:ext>
            </a:extLst>
          </p:cNvPr>
          <p:cNvSpPr/>
          <p:nvPr userDrawn="1"/>
        </p:nvSpPr>
        <p:spPr>
          <a:xfrm>
            <a:off x="5327904" y="2835969"/>
            <a:ext cx="768096" cy="768096"/>
          </a:xfrm>
          <a:custGeom>
            <a:avLst/>
            <a:gdLst>
              <a:gd name="connsiteX0" fmla="*/ 0 w 2143140"/>
              <a:gd name="connsiteY0" fmla="*/ 1071569 h 2143138"/>
              <a:gd name="connsiteX1" fmla="*/ 5165 w 2143140"/>
              <a:gd name="connsiteY1" fmla="*/ 966534 h 2143138"/>
              <a:gd name="connsiteX2" fmla="*/ 20585 w 2143140"/>
              <a:gd name="connsiteY2" fmla="*/ 862517 h 2143138"/>
              <a:gd name="connsiteX3" fmla="*/ 46142 w 2143140"/>
              <a:gd name="connsiteY3" fmla="*/ 760514 h 2143138"/>
              <a:gd name="connsiteX4" fmla="*/ 81568 w 2143140"/>
              <a:gd name="connsiteY4" fmla="*/ 661501 h 2143138"/>
              <a:gd name="connsiteX5" fmla="*/ 126531 w 2143140"/>
              <a:gd name="connsiteY5" fmla="*/ 566431 h 2143138"/>
              <a:gd name="connsiteX6" fmla="*/ 180592 w 2143140"/>
              <a:gd name="connsiteY6" fmla="*/ 476237 h 2143138"/>
              <a:gd name="connsiteX7" fmla="*/ 243236 w 2143140"/>
              <a:gd name="connsiteY7" fmla="*/ 391776 h 2143138"/>
              <a:gd name="connsiteX8" fmla="*/ 313856 w 2143140"/>
              <a:gd name="connsiteY8" fmla="*/ 313855 h 2143138"/>
              <a:gd name="connsiteX9" fmla="*/ 391777 w 2143140"/>
              <a:gd name="connsiteY9" fmla="*/ 243235 h 2143138"/>
              <a:gd name="connsiteX10" fmla="*/ 476238 w 2143140"/>
              <a:gd name="connsiteY10" fmla="*/ 180591 h 2143138"/>
              <a:gd name="connsiteX11" fmla="*/ 566432 w 2143140"/>
              <a:gd name="connsiteY11" fmla="*/ 126531 h 2143138"/>
              <a:gd name="connsiteX12" fmla="*/ 661502 w 2143140"/>
              <a:gd name="connsiteY12" fmla="*/ 81568 h 2143138"/>
              <a:gd name="connsiteX13" fmla="*/ 760515 w 2143140"/>
              <a:gd name="connsiteY13" fmla="*/ 46142 h 2143138"/>
              <a:gd name="connsiteX14" fmla="*/ 862517 w 2143140"/>
              <a:gd name="connsiteY14" fmla="*/ 20585 h 2143138"/>
              <a:gd name="connsiteX15" fmla="*/ 966535 w 2143140"/>
              <a:gd name="connsiteY15" fmla="*/ 5165 h 2143138"/>
              <a:gd name="connsiteX16" fmla="*/ 1071570 w 2143140"/>
              <a:gd name="connsiteY16" fmla="*/ 0 h 2143138"/>
              <a:gd name="connsiteX17" fmla="*/ 1176605 w 2143140"/>
              <a:gd name="connsiteY17" fmla="*/ 5165 h 2143138"/>
              <a:gd name="connsiteX18" fmla="*/ 1280623 w 2143140"/>
              <a:gd name="connsiteY18" fmla="*/ 20585 h 2143138"/>
              <a:gd name="connsiteX19" fmla="*/ 1382625 w 2143140"/>
              <a:gd name="connsiteY19" fmla="*/ 46142 h 2143138"/>
              <a:gd name="connsiteX20" fmla="*/ 1481638 w 2143140"/>
              <a:gd name="connsiteY20" fmla="*/ 81568 h 2143138"/>
              <a:gd name="connsiteX21" fmla="*/ 1576708 w 2143140"/>
              <a:gd name="connsiteY21" fmla="*/ 126531 h 2143138"/>
              <a:gd name="connsiteX22" fmla="*/ 1666902 w 2143140"/>
              <a:gd name="connsiteY22" fmla="*/ 180591 h 2143138"/>
              <a:gd name="connsiteX23" fmla="*/ 1751363 w 2143140"/>
              <a:gd name="connsiteY23" fmla="*/ 243235 h 2143138"/>
              <a:gd name="connsiteX24" fmla="*/ 1829284 w 2143140"/>
              <a:gd name="connsiteY24" fmla="*/ 313855 h 2143138"/>
              <a:gd name="connsiteX25" fmla="*/ 1899904 w 2143140"/>
              <a:gd name="connsiteY25" fmla="*/ 391776 h 2143138"/>
              <a:gd name="connsiteX26" fmla="*/ 1962548 w 2143140"/>
              <a:gd name="connsiteY26" fmla="*/ 476237 h 2143138"/>
              <a:gd name="connsiteX27" fmla="*/ 2016609 w 2143140"/>
              <a:gd name="connsiteY27" fmla="*/ 566431 h 2143138"/>
              <a:gd name="connsiteX28" fmla="*/ 2061572 w 2143140"/>
              <a:gd name="connsiteY28" fmla="*/ 661501 h 2143138"/>
              <a:gd name="connsiteX29" fmla="*/ 2096998 w 2143140"/>
              <a:gd name="connsiteY29" fmla="*/ 760514 h 2143138"/>
              <a:gd name="connsiteX30" fmla="*/ 2122555 w 2143140"/>
              <a:gd name="connsiteY30" fmla="*/ 862517 h 2143138"/>
              <a:gd name="connsiteX31" fmla="*/ 2137975 w 2143140"/>
              <a:gd name="connsiteY31" fmla="*/ 966534 h 2143138"/>
              <a:gd name="connsiteX32" fmla="*/ 2143140 w 2143140"/>
              <a:gd name="connsiteY32" fmla="*/ 1071569 h 2143138"/>
              <a:gd name="connsiteX33" fmla="*/ 2137975 w 2143140"/>
              <a:gd name="connsiteY33" fmla="*/ 1176604 h 2143138"/>
              <a:gd name="connsiteX34" fmla="*/ 2122555 w 2143140"/>
              <a:gd name="connsiteY34" fmla="*/ 1280621 h 2143138"/>
              <a:gd name="connsiteX35" fmla="*/ 2096998 w 2143140"/>
              <a:gd name="connsiteY35" fmla="*/ 1382624 h 2143138"/>
              <a:gd name="connsiteX36" fmla="*/ 2061572 w 2143140"/>
              <a:gd name="connsiteY36" fmla="*/ 1481637 h 2143138"/>
              <a:gd name="connsiteX37" fmla="*/ 2016609 w 2143140"/>
              <a:gd name="connsiteY37" fmla="*/ 1576707 h 2143138"/>
              <a:gd name="connsiteX38" fmla="*/ 1962548 w 2143140"/>
              <a:gd name="connsiteY38" fmla="*/ 1666901 h 2143138"/>
              <a:gd name="connsiteX39" fmla="*/ 1899904 w 2143140"/>
              <a:gd name="connsiteY39" fmla="*/ 1751362 h 2143138"/>
              <a:gd name="connsiteX40" fmla="*/ 1829284 w 2143140"/>
              <a:gd name="connsiteY40" fmla="*/ 1829283 h 2143138"/>
              <a:gd name="connsiteX41" fmla="*/ 1751363 w 2143140"/>
              <a:gd name="connsiteY41" fmla="*/ 1899903 h 2143138"/>
              <a:gd name="connsiteX42" fmla="*/ 1666902 w 2143140"/>
              <a:gd name="connsiteY42" fmla="*/ 1962547 h 2143138"/>
              <a:gd name="connsiteX43" fmla="*/ 1576708 w 2143140"/>
              <a:gd name="connsiteY43" fmla="*/ 2016607 h 2143138"/>
              <a:gd name="connsiteX44" fmla="*/ 1481638 w 2143140"/>
              <a:gd name="connsiteY44" fmla="*/ 2061570 h 2143138"/>
              <a:gd name="connsiteX45" fmla="*/ 1382625 w 2143140"/>
              <a:gd name="connsiteY45" fmla="*/ 2096996 h 2143138"/>
              <a:gd name="connsiteX46" fmla="*/ 1280623 w 2143140"/>
              <a:gd name="connsiteY46" fmla="*/ 2122553 h 2143138"/>
              <a:gd name="connsiteX47" fmla="*/ 1176605 w 2143140"/>
              <a:gd name="connsiteY47" fmla="*/ 2137973 h 2143138"/>
              <a:gd name="connsiteX48" fmla="*/ 1071570 w 2143140"/>
              <a:gd name="connsiteY48" fmla="*/ 2143138 h 2143138"/>
              <a:gd name="connsiteX49" fmla="*/ 966535 w 2143140"/>
              <a:gd name="connsiteY49" fmla="*/ 2137973 h 2143138"/>
              <a:gd name="connsiteX50" fmla="*/ 862517 w 2143140"/>
              <a:gd name="connsiteY50" fmla="*/ 2122553 h 2143138"/>
              <a:gd name="connsiteX51" fmla="*/ 760515 w 2143140"/>
              <a:gd name="connsiteY51" fmla="*/ 2096996 h 2143138"/>
              <a:gd name="connsiteX52" fmla="*/ 661502 w 2143140"/>
              <a:gd name="connsiteY52" fmla="*/ 2061570 h 2143138"/>
              <a:gd name="connsiteX53" fmla="*/ 566432 w 2143140"/>
              <a:gd name="connsiteY53" fmla="*/ 2016607 h 2143138"/>
              <a:gd name="connsiteX54" fmla="*/ 476238 w 2143140"/>
              <a:gd name="connsiteY54" fmla="*/ 1962547 h 2143138"/>
              <a:gd name="connsiteX55" fmla="*/ 391777 w 2143140"/>
              <a:gd name="connsiteY55" fmla="*/ 1899903 h 2143138"/>
              <a:gd name="connsiteX56" fmla="*/ 313856 w 2143140"/>
              <a:gd name="connsiteY56" fmla="*/ 1829283 h 2143138"/>
              <a:gd name="connsiteX57" fmla="*/ 243236 w 2143140"/>
              <a:gd name="connsiteY57" fmla="*/ 1751362 h 2143138"/>
              <a:gd name="connsiteX58" fmla="*/ 180592 w 2143140"/>
              <a:gd name="connsiteY58" fmla="*/ 1666901 h 2143138"/>
              <a:gd name="connsiteX59" fmla="*/ 126531 w 2143140"/>
              <a:gd name="connsiteY59" fmla="*/ 1576707 h 2143138"/>
              <a:gd name="connsiteX60" fmla="*/ 81568 w 2143140"/>
              <a:gd name="connsiteY60" fmla="*/ 1481637 h 2143138"/>
              <a:gd name="connsiteX61" fmla="*/ 46142 w 2143140"/>
              <a:gd name="connsiteY61" fmla="*/ 1382624 h 2143138"/>
              <a:gd name="connsiteX62" fmla="*/ 20585 w 2143140"/>
              <a:gd name="connsiteY62" fmla="*/ 1280621 h 2143138"/>
              <a:gd name="connsiteX63" fmla="*/ 5165 w 2143140"/>
              <a:gd name="connsiteY63" fmla="*/ 1176604 h 2143138"/>
              <a:gd name="connsiteX64" fmla="*/ 0 w 2143140"/>
              <a:gd name="connsiteY64" fmla="*/ 1071569 h 214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2143140" h="2143138">
                <a:moveTo>
                  <a:pt x="0" y="1071569"/>
                </a:moveTo>
                <a:lnTo>
                  <a:pt x="5165" y="966534"/>
                </a:lnTo>
                <a:lnTo>
                  <a:pt x="20585" y="862517"/>
                </a:lnTo>
                <a:lnTo>
                  <a:pt x="46142" y="760514"/>
                </a:lnTo>
                <a:lnTo>
                  <a:pt x="81568" y="661501"/>
                </a:lnTo>
                <a:lnTo>
                  <a:pt x="126531" y="566431"/>
                </a:lnTo>
                <a:lnTo>
                  <a:pt x="180592" y="476237"/>
                </a:lnTo>
                <a:lnTo>
                  <a:pt x="243236" y="391776"/>
                </a:lnTo>
                <a:lnTo>
                  <a:pt x="313856" y="313855"/>
                </a:lnTo>
                <a:lnTo>
                  <a:pt x="391777" y="243235"/>
                </a:lnTo>
                <a:lnTo>
                  <a:pt x="476238" y="180591"/>
                </a:lnTo>
                <a:lnTo>
                  <a:pt x="566432" y="126531"/>
                </a:lnTo>
                <a:lnTo>
                  <a:pt x="661502" y="81568"/>
                </a:lnTo>
                <a:lnTo>
                  <a:pt x="760515" y="46142"/>
                </a:lnTo>
                <a:lnTo>
                  <a:pt x="862517" y="20585"/>
                </a:lnTo>
                <a:lnTo>
                  <a:pt x="966535" y="5165"/>
                </a:lnTo>
                <a:lnTo>
                  <a:pt x="1071570" y="0"/>
                </a:lnTo>
                <a:lnTo>
                  <a:pt x="1176605" y="5165"/>
                </a:lnTo>
                <a:lnTo>
                  <a:pt x="1280623" y="20585"/>
                </a:lnTo>
                <a:lnTo>
                  <a:pt x="1382625" y="46142"/>
                </a:lnTo>
                <a:lnTo>
                  <a:pt x="1481638" y="81568"/>
                </a:lnTo>
                <a:lnTo>
                  <a:pt x="1576708" y="126531"/>
                </a:lnTo>
                <a:lnTo>
                  <a:pt x="1666902" y="180591"/>
                </a:lnTo>
                <a:lnTo>
                  <a:pt x="1751363" y="243235"/>
                </a:lnTo>
                <a:lnTo>
                  <a:pt x="1829284" y="313855"/>
                </a:lnTo>
                <a:lnTo>
                  <a:pt x="1899904" y="391776"/>
                </a:lnTo>
                <a:lnTo>
                  <a:pt x="1962548" y="476237"/>
                </a:lnTo>
                <a:lnTo>
                  <a:pt x="2016609" y="566431"/>
                </a:lnTo>
                <a:lnTo>
                  <a:pt x="2061572" y="661501"/>
                </a:lnTo>
                <a:lnTo>
                  <a:pt x="2096998" y="760514"/>
                </a:lnTo>
                <a:lnTo>
                  <a:pt x="2122555" y="862517"/>
                </a:lnTo>
                <a:lnTo>
                  <a:pt x="2137975" y="966534"/>
                </a:lnTo>
                <a:lnTo>
                  <a:pt x="2143140" y="1071569"/>
                </a:lnTo>
                <a:lnTo>
                  <a:pt x="2137975" y="1176604"/>
                </a:lnTo>
                <a:lnTo>
                  <a:pt x="2122555" y="1280621"/>
                </a:lnTo>
                <a:lnTo>
                  <a:pt x="2096998" y="1382624"/>
                </a:lnTo>
                <a:lnTo>
                  <a:pt x="2061572" y="1481637"/>
                </a:lnTo>
                <a:lnTo>
                  <a:pt x="2016609" y="1576707"/>
                </a:lnTo>
                <a:lnTo>
                  <a:pt x="1962548" y="1666901"/>
                </a:lnTo>
                <a:lnTo>
                  <a:pt x="1899904" y="1751362"/>
                </a:lnTo>
                <a:lnTo>
                  <a:pt x="1829284" y="1829283"/>
                </a:lnTo>
                <a:lnTo>
                  <a:pt x="1751363" y="1899903"/>
                </a:lnTo>
                <a:lnTo>
                  <a:pt x="1666902" y="1962547"/>
                </a:lnTo>
                <a:lnTo>
                  <a:pt x="1576708" y="2016607"/>
                </a:lnTo>
                <a:lnTo>
                  <a:pt x="1481638" y="2061570"/>
                </a:lnTo>
                <a:lnTo>
                  <a:pt x="1382625" y="2096996"/>
                </a:lnTo>
                <a:lnTo>
                  <a:pt x="1280623" y="2122553"/>
                </a:lnTo>
                <a:lnTo>
                  <a:pt x="1176605" y="2137973"/>
                </a:lnTo>
                <a:lnTo>
                  <a:pt x="1071570" y="2143138"/>
                </a:lnTo>
                <a:lnTo>
                  <a:pt x="966535" y="2137973"/>
                </a:lnTo>
                <a:lnTo>
                  <a:pt x="862517" y="2122553"/>
                </a:lnTo>
                <a:lnTo>
                  <a:pt x="760515" y="2096996"/>
                </a:lnTo>
                <a:lnTo>
                  <a:pt x="661502" y="2061570"/>
                </a:lnTo>
                <a:lnTo>
                  <a:pt x="566432" y="2016607"/>
                </a:lnTo>
                <a:lnTo>
                  <a:pt x="476238" y="1962547"/>
                </a:lnTo>
                <a:lnTo>
                  <a:pt x="391777" y="1899903"/>
                </a:lnTo>
                <a:lnTo>
                  <a:pt x="313856" y="1829283"/>
                </a:lnTo>
                <a:lnTo>
                  <a:pt x="243236" y="1751362"/>
                </a:lnTo>
                <a:lnTo>
                  <a:pt x="180592" y="1666901"/>
                </a:lnTo>
                <a:lnTo>
                  <a:pt x="126531" y="1576707"/>
                </a:lnTo>
                <a:lnTo>
                  <a:pt x="81568" y="1481637"/>
                </a:lnTo>
                <a:lnTo>
                  <a:pt x="46142" y="1382624"/>
                </a:lnTo>
                <a:lnTo>
                  <a:pt x="20585" y="1280621"/>
                </a:lnTo>
                <a:lnTo>
                  <a:pt x="5165" y="1176604"/>
                </a:lnTo>
                <a:lnTo>
                  <a:pt x="0" y="1071569"/>
                </a:ln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 sz="2400">
              <a:latin typeface="Franklin Gothic Book" panose="020B0503020102020204" pitchFamily="34" charset="0"/>
            </a:endParaRPr>
          </a:p>
        </p:txBody>
      </p:sp>
      <p:sp>
        <p:nvSpPr>
          <p:cNvPr id="14" name="Freeform 20">
            <a:extLst>
              <a:ext uri="{FF2B5EF4-FFF2-40B4-BE49-F238E27FC236}">
                <a16:creationId xmlns:a16="http://schemas.microsoft.com/office/drawing/2014/main" id="{B5D79C1B-7DB9-495B-BA15-3A531AFF4080}"/>
              </a:ext>
            </a:extLst>
          </p:cNvPr>
          <p:cNvSpPr/>
          <p:nvPr userDrawn="1"/>
        </p:nvSpPr>
        <p:spPr>
          <a:xfrm>
            <a:off x="5131027" y="4203316"/>
            <a:ext cx="768096" cy="768096"/>
          </a:xfrm>
          <a:custGeom>
            <a:avLst/>
            <a:gdLst>
              <a:gd name="connsiteX0" fmla="*/ 0 w 2143140"/>
              <a:gd name="connsiteY0" fmla="*/ 1071569 h 2143138"/>
              <a:gd name="connsiteX1" fmla="*/ 5165 w 2143140"/>
              <a:gd name="connsiteY1" fmla="*/ 966534 h 2143138"/>
              <a:gd name="connsiteX2" fmla="*/ 20585 w 2143140"/>
              <a:gd name="connsiteY2" fmla="*/ 862517 h 2143138"/>
              <a:gd name="connsiteX3" fmla="*/ 46142 w 2143140"/>
              <a:gd name="connsiteY3" fmla="*/ 760514 h 2143138"/>
              <a:gd name="connsiteX4" fmla="*/ 81568 w 2143140"/>
              <a:gd name="connsiteY4" fmla="*/ 661501 h 2143138"/>
              <a:gd name="connsiteX5" fmla="*/ 126531 w 2143140"/>
              <a:gd name="connsiteY5" fmla="*/ 566431 h 2143138"/>
              <a:gd name="connsiteX6" fmla="*/ 180592 w 2143140"/>
              <a:gd name="connsiteY6" fmla="*/ 476237 h 2143138"/>
              <a:gd name="connsiteX7" fmla="*/ 243236 w 2143140"/>
              <a:gd name="connsiteY7" fmla="*/ 391776 h 2143138"/>
              <a:gd name="connsiteX8" fmla="*/ 313856 w 2143140"/>
              <a:gd name="connsiteY8" fmla="*/ 313855 h 2143138"/>
              <a:gd name="connsiteX9" fmla="*/ 391777 w 2143140"/>
              <a:gd name="connsiteY9" fmla="*/ 243235 h 2143138"/>
              <a:gd name="connsiteX10" fmla="*/ 476238 w 2143140"/>
              <a:gd name="connsiteY10" fmla="*/ 180591 h 2143138"/>
              <a:gd name="connsiteX11" fmla="*/ 566432 w 2143140"/>
              <a:gd name="connsiteY11" fmla="*/ 126531 h 2143138"/>
              <a:gd name="connsiteX12" fmla="*/ 661502 w 2143140"/>
              <a:gd name="connsiteY12" fmla="*/ 81568 h 2143138"/>
              <a:gd name="connsiteX13" fmla="*/ 760515 w 2143140"/>
              <a:gd name="connsiteY13" fmla="*/ 46142 h 2143138"/>
              <a:gd name="connsiteX14" fmla="*/ 862517 w 2143140"/>
              <a:gd name="connsiteY14" fmla="*/ 20585 h 2143138"/>
              <a:gd name="connsiteX15" fmla="*/ 966535 w 2143140"/>
              <a:gd name="connsiteY15" fmla="*/ 5165 h 2143138"/>
              <a:gd name="connsiteX16" fmla="*/ 1071570 w 2143140"/>
              <a:gd name="connsiteY16" fmla="*/ 0 h 2143138"/>
              <a:gd name="connsiteX17" fmla="*/ 1176605 w 2143140"/>
              <a:gd name="connsiteY17" fmla="*/ 5165 h 2143138"/>
              <a:gd name="connsiteX18" fmla="*/ 1280623 w 2143140"/>
              <a:gd name="connsiteY18" fmla="*/ 20585 h 2143138"/>
              <a:gd name="connsiteX19" fmla="*/ 1382625 w 2143140"/>
              <a:gd name="connsiteY19" fmla="*/ 46142 h 2143138"/>
              <a:gd name="connsiteX20" fmla="*/ 1481638 w 2143140"/>
              <a:gd name="connsiteY20" fmla="*/ 81568 h 2143138"/>
              <a:gd name="connsiteX21" fmla="*/ 1576708 w 2143140"/>
              <a:gd name="connsiteY21" fmla="*/ 126531 h 2143138"/>
              <a:gd name="connsiteX22" fmla="*/ 1666902 w 2143140"/>
              <a:gd name="connsiteY22" fmla="*/ 180591 h 2143138"/>
              <a:gd name="connsiteX23" fmla="*/ 1751363 w 2143140"/>
              <a:gd name="connsiteY23" fmla="*/ 243235 h 2143138"/>
              <a:gd name="connsiteX24" fmla="*/ 1829284 w 2143140"/>
              <a:gd name="connsiteY24" fmla="*/ 313855 h 2143138"/>
              <a:gd name="connsiteX25" fmla="*/ 1899904 w 2143140"/>
              <a:gd name="connsiteY25" fmla="*/ 391776 h 2143138"/>
              <a:gd name="connsiteX26" fmla="*/ 1962548 w 2143140"/>
              <a:gd name="connsiteY26" fmla="*/ 476237 h 2143138"/>
              <a:gd name="connsiteX27" fmla="*/ 2016609 w 2143140"/>
              <a:gd name="connsiteY27" fmla="*/ 566431 h 2143138"/>
              <a:gd name="connsiteX28" fmla="*/ 2061572 w 2143140"/>
              <a:gd name="connsiteY28" fmla="*/ 661501 h 2143138"/>
              <a:gd name="connsiteX29" fmla="*/ 2096998 w 2143140"/>
              <a:gd name="connsiteY29" fmla="*/ 760514 h 2143138"/>
              <a:gd name="connsiteX30" fmla="*/ 2122555 w 2143140"/>
              <a:gd name="connsiteY30" fmla="*/ 862517 h 2143138"/>
              <a:gd name="connsiteX31" fmla="*/ 2137975 w 2143140"/>
              <a:gd name="connsiteY31" fmla="*/ 966534 h 2143138"/>
              <a:gd name="connsiteX32" fmla="*/ 2143140 w 2143140"/>
              <a:gd name="connsiteY32" fmla="*/ 1071569 h 2143138"/>
              <a:gd name="connsiteX33" fmla="*/ 2137975 w 2143140"/>
              <a:gd name="connsiteY33" fmla="*/ 1176604 h 2143138"/>
              <a:gd name="connsiteX34" fmla="*/ 2122555 w 2143140"/>
              <a:gd name="connsiteY34" fmla="*/ 1280621 h 2143138"/>
              <a:gd name="connsiteX35" fmla="*/ 2096998 w 2143140"/>
              <a:gd name="connsiteY35" fmla="*/ 1382624 h 2143138"/>
              <a:gd name="connsiteX36" fmla="*/ 2061572 w 2143140"/>
              <a:gd name="connsiteY36" fmla="*/ 1481637 h 2143138"/>
              <a:gd name="connsiteX37" fmla="*/ 2016609 w 2143140"/>
              <a:gd name="connsiteY37" fmla="*/ 1576707 h 2143138"/>
              <a:gd name="connsiteX38" fmla="*/ 1962548 w 2143140"/>
              <a:gd name="connsiteY38" fmla="*/ 1666901 h 2143138"/>
              <a:gd name="connsiteX39" fmla="*/ 1899904 w 2143140"/>
              <a:gd name="connsiteY39" fmla="*/ 1751362 h 2143138"/>
              <a:gd name="connsiteX40" fmla="*/ 1829284 w 2143140"/>
              <a:gd name="connsiteY40" fmla="*/ 1829283 h 2143138"/>
              <a:gd name="connsiteX41" fmla="*/ 1751363 w 2143140"/>
              <a:gd name="connsiteY41" fmla="*/ 1899903 h 2143138"/>
              <a:gd name="connsiteX42" fmla="*/ 1666902 w 2143140"/>
              <a:gd name="connsiteY42" fmla="*/ 1962547 h 2143138"/>
              <a:gd name="connsiteX43" fmla="*/ 1576708 w 2143140"/>
              <a:gd name="connsiteY43" fmla="*/ 2016607 h 2143138"/>
              <a:gd name="connsiteX44" fmla="*/ 1481638 w 2143140"/>
              <a:gd name="connsiteY44" fmla="*/ 2061570 h 2143138"/>
              <a:gd name="connsiteX45" fmla="*/ 1382625 w 2143140"/>
              <a:gd name="connsiteY45" fmla="*/ 2096996 h 2143138"/>
              <a:gd name="connsiteX46" fmla="*/ 1280623 w 2143140"/>
              <a:gd name="connsiteY46" fmla="*/ 2122553 h 2143138"/>
              <a:gd name="connsiteX47" fmla="*/ 1176605 w 2143140"/>
              <a:gd name="connsiteY47" fmla="*/ 2137973 h 2143138"/>
              <a:gd name="connsiteX48" fmla="*/ 1071570 w 2143140"/>
              <a:gd name="connsiteY48" fmla="*/ 2143138 h 2143138"/>
              <a:gd name="connsiteX49" fmla="*/ 966535 w 2143140"/>
              <a:gd name="connsiteY49" fmla="*/ 2137973 h 2143138"/>
              <a:gd name="connsiteX50" fmla="*/ 862517 w 2143140"/>
              <a:gd name="connsiteY50" fmla="*/ 2122553 h 2143138"/>
              <a:gd name="connsiteX51" fmla="*/ 760515 w 2143140"/>
              <a:gd name="connsiteY51" fmla="*/ 2096996 h 2143138"/>
              <a:gd name="connsiteX52" fmla="*/ 661502 w 2143140"/>
              <a:gd name="connsiteY52" fmla="*/ 2061570 h 2143138"/>
              <a:gd name="connsiteX53" fmla="*/ 566432 w 2143140"/>
              <a:gd name="connsiteY53" fmla="*/ 2016607 h 2143138"/>
              <a:gd name="connsiteX54" fmla="*/ 476238 w 2143140"/>
              <a:gd name="connsiteY54" fmla="*/ 1962547 h 2143138"/>
              <a:gd name="connsiteX55" fmla="*/ 391777 w 2143140"/>
              <a:gd name="connsiteY55" fmla="*/ 1899903 h 2143138"/>
              <a:gd name="connsiteX56" fmla="*/ 313856 w 2143140"/>
              <a:gd name="connsiteY56" fmla="*/ 1829283 h 2143138"/>
              <a:gd name="connsiteX57" fmla="*/ 243236 w 2143140"/>
              <a:gd name="connsiteY57" fmla="*/ 1751362 h 2143138"/>
              <a:gd name="connsiteX58" fmla="*/ 180592 w 2143140"/>
              <a:gd name="connsiteY58" fmla="*/ 1666901 h 2143138"/>
              <a:gd name="connsiteX59" fmla="*/ 126531 w 2143140"/>
              <a:gd name="connsiteY59" fmla="*/ 1576707 h 2143138"/>
              <a:gd name="connsiteX60" fmla="*/ 81568 w 2143140"/>
              <a:gd name="connsiteY60" fmla="*/ 1481637 h 2143138"/>
              <a:gd name="connsiteX61" fmla="*/ 46142 w 2143140"/>
              <a:gd name="connsiteY61" fmla="*/ 1382624 h 2143138"/>
              <a:gd name="connsiteX62" fmla="*/ 20585 w 2143140"/>
              <a:gd name="connsiteY62" fmla="*/ 1280621 h 2143138"/>
              <a:gd name="connsiteX63" fmla="*/ 5165 w 2143140"/>
              <a:gd name="connsiteY63" fmla="*/ 1176604 h 2143138"/>
              <a:gd name="connsiteX64" fmla="*/ 0 w 2143140"/>
              <a:gd name="connsiteY64" fmla="*/ 1071569 h 214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2143140" h="2143138">
                <a:moveTo>
                  <a:pt x="0" y="1071569"/>
                </a:moveTo>
                <a:lnTo>
                  <a:pt x="5165" y="966534"/>
                </a:lnTo>
                <a:lnTo>
                  <a:pt x="20585" y="862517"/>
                </a:lnTo>
                <a:lnTo>
                  <a:pt x="46142" y="760514"/>
                </a:lnTo>
                <a:lnTo>
                  <a:pt x="81568" y="661501"/>
                </a:lnTo>
                <a:lnTo>
                  <a:pt x="126531" y="566431"/>
                </a:lnTo>
                <a:lnTo>
                  <a:pt x="180592" y="476237"/>
                </a:lnTo>
                <a:lnTo>
                  <a:pt x="243236" y="391776"/>
                </a:lnTo>
                <a:lnTo>
                  <a:pt x="313856" y="313855"/>
                </a:lnTo>
                <a:lnTo>
                  <a:pt x="391777" y="243235"/>
                </a:lnTo>
                <a:lnTo>
                  <a:pt x="476238" y="180591"/>
                </a:lnTo>
                <a:lnTo>
                  <a:pt x="566432" y="126531"/>
                </a:lnTo>
                <a:lnTo>
                  <a:pt x="661502" y="81568"/>
                </a:lnTo>
                <a:lnTo>
                  <a:pt x="760515" y="46142"/>
                </a:lnTo>
                <a:lnTo>
                  <a:pt x="862517" y="20585"/>
                </a:lnTo>
                <a:lnTo>
                  <a:pt x="966535" y="5165"/>
                </a:lnTo>
                <a:lnTo>
                  <a:pt x="1071570" y="0"/>
                </a:lnTo>
                <a:lnTo>
                  <a:pt x="1176605" y="5165"/>
                </a:lnTo>
                <a:lnTo>
                  <a:pt x="1280623" y="20585"/>
                </a:lnTo>
                <a:lnTo>
                  <a:pt x="1382625" y="46142"/>
                </a:lnTo>
                <a:lnTo>
                  <a:pt x="1481638" y="81568"/>
                </a:lnTo>
                <a:lnTo>
                  <a:pt x="1576708" y="126531"/>
                </a:lnTo>
                <a:lnTo>
                  <a:pt x="1666902" y="180591"/>
                </a:lnTo>
                <a:lnTo>
                  <a:pt x="1751363" y="243235"/>
                </a:lnTo>
                <a:lnTo>
                  <a:pt x="1829284" y="313855"/>
                </a:lnTo>
                <a:lnTo>
                  <a:pt x="1899904" y="391776"/>
                </a:lnTo>
                <a:lnTo>
                  <a:pt x="1962548" y="476237"/>
                </a:lnTo>
                <a:lnTo>
                  <a:pt x="2016609" y="566431"/>
                </a:lnTo>
                <a:lnTo>
                  <a:pt x="2061572" y="661501"/>
                </a:lnTo>
                <a:lnTo>
                  <a:pt x="2096998" y="760514"/>
                </a:lnTo>
                <a:lnTo>
                  <a:pt x="2122555" y="862517"/>
                </a:lnTo>
                <a:lnTo>
                  <a:pt x="2137975" y="966534"/>
                </a:lnTo>
                <a:lnTo>
                  <a:pt x="2143140" y="1071569"/>
                </a:lnTo>
                <a:lnTo>
                  <a:pt x="2137975" y="1176604"/>
                </a:lnTo>
                <a:lnTo>
                  <a:pt x="2122555" y="1280621"/>
                </a:lnTo>
                <a:lnTo>
                  <a:pt x="2096998" y="1382624"/>
                </a:lnTo>
                <a:lnTo>
                  <a:pt x="2061572" y="1481637"/>
                </a:lnTo>
                <a:lnTo>
                  <a:pt x="2016609" y="1576707"/>
                </a:lnTo>
                <a:lnTo>
                  <a:pt x="1962548" y="1666901"/>
                </a:lnTo>
                <a:lnTo>
                  <a:pt x="1899904" y="1751362"/>
                </a:lnTo>
                <a:lnTo>
                  <a:pt x="1829284" y="1829283"/>
                </a:lnTo>
                <a:lnTo>
                  <a:pt x="1751363" y="1899903"/>
                </a:lnTo>
                <a:lnTo>
                  <a:pt x="1666902" y="1962547"/>
                </a:lnTo>
                <a:lnTo>
                  <a:pt x="1576708" y="2016607"/>
                </a:lnTo>
                <a:lnTo>
                  <a:pt x="1481638" y="2061570"/>
                </a:lnTo>
                <a:lnTo>
                  <a:pt x="1382625" y="2096996"/>
                </a:lnTo>
                <a:lnTo>
                  <a:pt x="1280623" y="2122553"/>
                </a:lnTo>
                <a:lnTo>
                  <a:pt x="1176605" y="2137973"/>
                </a:lnTo>
                <a:lnTo>
                  <a:pt x="1071570" y="2143138"/>
                </a:lnTo>
                <a:lnTo>
                  <a:pt x="966535" y="2137973"/>
                </a:lnTo>
                <a:lnTo>
                  <a:pt x="862517" y="2122553"/>
                </a:lnTo>
                <a:lnTo>
                  <a:pt x="760515" y="2096996"/>
                </a:lnTo>
                <a:lnTo>
                  <a:pt x="661502" y="2061570"/>
                </a:lnTo>
                <a:lnTo>
                  <a:pt x="566432" y="2016607"/>
                </a:lnTo>
                <a:lnTo>
                  <a:pt x="476238" y="1962547"/>
                </a:lnTo>
                <a:lnTo>
                  <a:pt x="391777" y="1899903"/>
                </a:lnTo>
                <a:lnTo>
                  <a:pt x="313856" y="1829283"/>
                </a:lnTo>
                <a:lnTo>
                  <a:pt x="243236" y="1751362"/>
                </a:lnTo>
                <a:lnTo>
                  <a:pt x="180592" y="1666901"/>
                </a:lnTo>
                <a:lnTo>
                  <a:pt x="126531" y="1576707"/>
                </a:lnTo>
                <a:lnTo>
                  <a:pt x="81568" y="1481637"/>
                </a:lnTo>
                <a:lnTo>
                  <a:pt x="46142" y="1382624"/>
                </a:lnTo>
                <a:lnTo>
                  <a:pt x="20585" y="1280621"/>
                </a:lnTo>
                <a:lnTo>
                  <a:pt x="5165" y="1176604"/>
                </a:lnTo>
                <a:lnTo>
                  <a:pt x="0" y="1071569"/>
                </a:ln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 sz="2400">
              <a:latin typeface="Franklin Gothic Book" panose="020B0503020102020204" pitchFamily="34" charset="0"/>
            </a:endParaRPr>
          </a:p>
        </p:txBody>
      </p:sp>
      <p:sp>
        <p:nvSpPr>
          <p:cNvPr id="15" name="Freeform 22">
            <a:extLst>
              <a:ext uri="{FF2B5EF4-FFF2-40B4-BE49-F238E27FC236}">
                <a16:creationId xmlns:a16="http://schemas.microsoft.com/office/drawing/2014/main" id="{5A7B7829-686F-4970-A43D-45A462C2C4A9}"/>
              </a:ext>
            </a:extLst>
          </p:cNvPr>
          <p:cNvSpPr/>
          <p:nvPr userDrawn="1"/>
        </p:nvSpPr>
        <p:spPr>
          <a:xfrm>
            <a:off x="4769768" y="1459436"/>
            <a:ext cx="767554" cy="767554"/>
          </a:xfrm>
          <a:custGeom>
            <a:avLst/>
            <a:gdLst>
              <a:gd name="connsiteX0" fmla="*/ 0 w 2143140"/>
              <a:gd name="connsiteY0" fmla="*/ 1071569 h 2143138"/>
              <a:gd name="connsiteX1" fmla="*/ 5165 w 2143140"/>
              <a:gd name="connsiteY1" fmla="*/ 966534 h 2143138"/>
              <a:gd name="connsiteX2" fmla="*/ 20585 w 2143140"/>
              <a:gd name="connsiteY2" fmla="*/ 862517 h 2143138"/>
              <a:gd name="connsiteX3" fmla="*/ 46142 w 2143140"/>
              <a:gd name="connsiteY3" fmla="*/ 760514 h 2143138"/>
              <a:gd name="connsiteX4" fmla="*/ 81568 w 2143140"/>
              <a:gd name="connsiteY4" fmla="*/ 661501 h 2143138"/>
              <a:gd name="connsiteX5" fmla="*/ 126531 w 2143140"/>
              <a:gd name="connsiteY5" fmla="*/ 566431 h 2143138"/>
              <a:gd name="connsiteX6" fmla="*/ 180592 w 2143140"/>
              <a:gd name="connsiteY6" fmla="*/ 476237 h 2143138"/>
              <a:gd name="connsiteX7" fmla="*/ 243236 w 2143140"/>
              <a:gd name="connsiteY7" fmla="*/ 391776 h 2143138"/>
              <a:gd name="connsiteX8" fmla="*/ 313856 w 2143140"/>
              <a:gd name="connsiteY8" fmla="*/ 313855 h 2143138"/>
              <a:gd name="connsiteX9" fmla="*/ 391777 w 2143140"/>
              <a:gd name="connsiteY9" fmla="*/ 243235 h 2143138"/>
              <a:gd name="connsiteX10" fmla="*/ 476238 w 2143140"/>
              <a:gd name="connsiteY10" fmla="*/ 180591 h 2143138"/>
              <a:gd name="connsiteX11" fmla="*/ 566432 w 2143140"/>
              <a:gd name="connsiteY11" fmla="*/ 126531 h 2143138"/>
              <a:gd name="connsiteX12" fmla="*/ 661502 w 2143140"/>
              <a:gd name="connsiteY12" fmla="*/ 81568 h 2143138"/>
              <a:gd name="connsiteX13" fmla="*/ 760515 w 2143140"/>
              <a:gd name="connsiteY13" fmla="*/ 46142 h 2143138"/>
              <a:gd name="connsiteX14" fmla="*/ 862517 w 2143140"/>
              <a:gd name="connsiteY14" fmla="*/ 20585 h 2143138"/>
              <a:gd name="connsiteX15" fmla="*/ 966535 w 2143140"/>
              <a:gd name="connsiteY15" fmla="*/ 5165 h 2143138"/>
              <a:gd name="connsiteX16" fmla="*/ 1071570 w 2143140"/>
              <a:gd name="connsiteY16" fmla="*/ 0 h 2143138"/>
              <a:gd name="connsiteX17" fmla="*/ 1176605 w 2143140"/>
              <a:gd name="connsiteY17" fmla="*/ 5165 h 2143138"/>
              <a:gd name="connsiteX18" fmla="*/ 1280623 w 2143140"/>
              <a:gd name="connsiteY18" fmla="*/ 20585 h 2143138"/>
              <a:gd name="connsiteX19" fmla="*/ 1382625 w 2143140"/>
              <a:gd name="connsiteY19" fmla="*/ 46142 h 2143138"/>
              <a:gd name="connsiteX20" fmla="*/ 1481638 w 2143140"/>
              <a:gd name="connsiteY20" fmla="*/ 81568 h 2143138"/>
              <a:gd name="connsiteX21" fmla="*/ 1576708 w 2143140"/>
              <a:gd name="connsiteY21" fmla="*/ 126531 h 2143138"/>
              <a:gd name="connsiteX22" fmla="*/ 1666902 w 2143140"/>
              <a:gd name="connsiteY22" fmla="*/ 180591 h 2143138"/>
              <a:gd name="connsiteX23" fmla="*/ 1751363 w 2143140"/>
              <a:gd name="connsiteY23" fmla="*/ 243235 h 2143138"/>
              <a:gd name="connsiteX24" fmla="*/ 1829284 w 2143140"/>
              <a:gd name="connsiteY24" fmla="*/ 313855 h 2143138"/>
              <a:gd name="connsiteX25" fmla="*/ 1899904 w 2143140"/>
              <a:gd name="connsiteY25" fmla="*/ 391776 h 2143138"/>
              <a:gd name="connsiteX26" fmla="*/ 1962548 w 2143140"/>
              <a:gd name="connsiteY26" fmla="*/ 476237 h 2143138"/>
              <a:gd name="connsiteX27" fmla="*/ 2016609 w 2143140"/>
              <a:gd name="connsiteY27" fmla="*/ 566431 h 2143138"/>
              <a:gd name="connsiteX28" fmla="*/ 2061572 w 2143140"/>
              <a:gd name="connsiteY28" fmla="*/ 661501 h 2143138"/>
              <a:gd name="connsiteX29" fmla="*/ 2096998 w 2143140"/>
              <a:gd name="connsiteY29" fmla="*/ 760514 h 2143138"/>
              <a:gd name="connsiteX30" fmla="*/ 2122555 w 2143140"/>
              <a:gd name="connsiteY30" fmla="*/ 862517 h 2143138"/>
              <a:gd name="connsiteX31" fmla="*/ 2137975 w 2143140"/>
              <a:gd name="connsiteY31" fmla="*/ 966534 h 2143138"/>
              <a:gd name="connsiteX32" fmla="*/ 2143140 w 2143140"/>
              <a:gd name="connsiteY32" fmla="*/ 1071569 h 2143138"/>
              <a:gd name="connsiteX33" fmla="*/ 2137975 w 2143140"/>
              <a:gd name="connsiteY33" fmla="*/ 1176604 h 2143138"/>
              <a:gd name="connsiteX34" fmla="*/ 2122555 w 2143140"/>
              <a:gd name="connsiteY34" fmla="*/ 1280621 h 2143138"/>
              <a:gd name="connsiteX35" fmla="*/ 2096998 w 2143140"/>
              <a:gd name="connsiteY35" fmla="*/ 1382624 h 2143138"/>
              <a:gd name="connsiteX36" fmla="*/ 2061572 w 2143140"/>
              <a:gd name="connsiteY36" fmla="*/ 1481637 h 2143138"/>
              <a:gd name="connsiteX37" fmla="*/ 2016609 w 2143140"/>
              <a:gd name="connsiteY37" fmla="*/ 1576707 h 2143138"/>
              <a:gd name="connsiteX38" fmla="*/ 1962548 w 2143140"/>
              <a:gd name="connsiteY38" fmla="*/ 1666901 h 2143138"/>
              <a:gd name="connsiteX39" fmla="*/ 1899904 w 2143140"/>
              <a:gd name="connsiteY39" fmla="*/ 1751362 h 2143138"/>
              <a:gd name="connsiteX40" fmla="*/ 1829284 w 2143140"/>
              <a:gd name="connsiteY40" fmla="*/ 1829283 h 2143138"/>
              <a:gd name="connsiteX41" fmla="*/ 1751363 w 2143140"/>
              <a:gd name="connsiteY41" fmla="*/ 1899903 h 2143138"/>
              <a:gd name="connsiteX42" fmla="*/ 1666902 w 2143140"/>
              <a:gd name="connsiteY42" fmla="*/ 1962547 h 2143138"/>
              <a:gd name="connsiteX43" fmla="*/ 1576708 w 2143140"/>
              <a:gd name="connsiteY43" fmla="*/ 2016607 h 2143138"/>
              <a:gd name="connsiteX44" fmla="*/ 1481638 w 2143140"/>
              <a:gd name="connsiteY44" fmla="*/ 2061570 h 2143138"/>
              <a:gd name="connsiteX45" fmla="*/ 1382625 w 2143140"/>
              <a:gd name="connsiteY45" fmla="*/ 2096996 h 2143138"/>
              <a:gd name="connsiteX46" fmla="*/ 1280623 w 2143140"/>
              <a:gd name="connsiteY46" fmla="*/ 2122553 h 2143138"/>
              <a:gd name="connsiteX47" fmla="*/ 1176605 w 2143140"/>
              <a:gd name="connsiteY47" fmla="*/ 2137973 h 2143138"/>
              <a:gd name="connsiteX48" fmla="*/ 1071570 w 2143140"/>
              <a:gd name="connsiteY48" fmla="*/ 2143138 h 2143138"/>
              <a:gd name="connsiteX49" fmla="*/ 966535 w 2143140"/>
              <a:gd name="connsiteY49" fmla="*/ 2137973 h 2143138"/>
              <a:gd name="connsiteX50" fmla="*/ 862517 w 2143140"/>
              <a:gd name="connsiteY50" fmla="*/ 2122553 h 2143138"/>
              <a:gd name="connsiteX51" fmla="*/ 760515 w 2143140"/>
              <a:gd name="connsiteY51" fmla="*/ 2096996 h 2143138"/>
              <a:gd name="connsiteX52" fmla="*/ 661502 w 2143140"/>
              <a:gd name="connsiteY52" fmla="*/ 2061570 h 2143138"/>
              <a:gd name="connsiteX53" fmla="*/ 566432 w 2143140"/>
              <a:gd name="connsiteY53" fmla="*/ 2016607 h 2143138"/>
              <a:gd name="connsiteX54" fmla="*/ 476238 w 2143140"/>
              <a:gd name="connsiteY54" fmla="*/ 1962547 h 2143138"/>
              <a:gd name="connsiteX55" fmla="*/ 391777 w 2143140"/>
              <a:gd name="connsiteY55" fmla="*/ 1899903 h 2143138"/>
              <a:gd name="connsiteX56" fmla="*/ 313856 w 2143140"/>
              <a:gd name="connsiteY56" fmla="*/ 1829283 h 2143138"/>
              <a:gd name="connsiteX57" fmla="*/ 243236 w 2143140"/>
              <a:gd name="connsiteY57" fmla="*/ 1751362 h 2143138"/>
              <a:gd name="connsiteX58" fmla="*/ 180592 w 2143140"/>
              <a:gd name="connsiteY58" fmla="*/ 1666901 h 2143138"/>
              <a:gd name="connsiteX59" fmla="*/ 126531 w 2143140"/>
              <a:gd name="connsiteY59" fmla="*/ 1576707 h 2143138"/>
              <a:gd name="connsiteX60" fmla="*/ 81568 w 2143140"/>
              <a:gd name="connsiteY60" fmla="*/ 1481637 h 2143138"/>
              <a:gd name="connsiteX61" fmla="*/ 46142 w 2143140"/>
              <a:gd name="connsiteY61" fmla="*/ 1382624 h 2143138"/>
              <a:gd name="connsiteX62" fmla="*/ 20585 w 2143140"/>
              <a:gd name="connsiteY62" fmla="*/ 1280621 h 2143138"/>
              <a:gd name="connsiteX63" fmla="*/ 5165 w 2143140"/>
              <a:gd name="connsiteY63" fmla="*/ 1176604 h 2143138"/>
              <a:gd name="connsiteX64" fmla="*/ 0 w 2143140"/>
              <a:gd name="connsiteY64" fmla="*/ 1071569 h 214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2143140" h="2143138">
                <a:moveTo>
                  <a:pt x="0" y="1071569"/>
                </a:moveTo>
                <a:lnTo>
                  <a:pt x="5165" y="966534"/>
                </a:lnTo>
                <a:lnTo>
                  <a:pt x="20585" y="862517"/>
                </a:lnTo>
                <a:lnTo>
                  <a:pt x="46142" y="760514"/>
                </a:lnTo>
                <a:lnTo>
                  <a:pt x="81568" y="661501"/>
                </a:lnTo>
                <a:lnTo>
                  <a:pt x="126531" y="566431"/>
                </a:lnTo>
                <a:lnTo>
                  <a:pt x="180592" y="476237"/>
                </a:lnTo>
                <a:lnTo>
                  <a:pt x="243236" y="391776"/>
                </a:lnTo>
                <a:lnTo>
                  <a:pt x="313856" y="313855"/>
                </a:lnTo>
                <a:lnTo>
                  <a:pt x="391777" y="243235"/>
                </a:lnTo>
                <a:lnTo>
                  <a:pt x="476238" y="180591"/>
                </a:lnTo>
                <a:lnTo>
                  <a:pt x="566432" y="126531"/>
                </a:lnTo>
                <a:lnTo>
                  <a:pt x="661502" y="81568"/>
                </a:lnTo>
                <a:lnTo>
                  <a:pt x="760515" y="46142"/>
                </a:lnTo>
                <a:lnTo>
                  <a:pt x="862517" y="20585"/>
                </a:lnTo>
                <a:lnTo>
                  <a:pt x="966535" y="5165"/>
                </a:lnTo>
                <a:lnTo>
                  <a:pt x="1071570" y="0"/>
                </a:lnTo>
                <a:lnTo>
                  <a:pt x="1176605" y="5165"/>
                </a:lnTo>
                <a:lnTo>
                  <a:pt x="1280623" y="20585"/>
                </a:lnTo>
                <a:lnTo>
                  <a:pt x="1382625" y="46142"/>
                </a:lnTo>
                <a:lnTo>
                  <a:pt x="1481638" y="81568"/>
                </a:lnTo>
                <a:lnTo>
                  <a:pt x="1576708" y="126531"/>
                </a:lnTo>
                <a:lnTo>
                  <a:pt x="1666902" y="180591"/>
                </a:lnTo>
                <a:lnTo>
                  <a:pt x="1751363" y="243235"/>
                </a:lnTo>
                <a:lnTo>
                  <a:pt x="1829284" y="313855"/>
                </a:lnTo>
                <a:lnTo>
                  <a:pt x="1899904" y="391776"/>
                </a:lnTo>
                <a:lnTo>
                  <a:pt x="1962548" y="476237"/>
                </a:lnTo>
                <a:lnTo>
                  <a:pt x="2016609" y="566431"/>
                </a:lnTo>
                <a:lnTo>
                  <a:pt x="2061572" y="661501"/>
                </a:lnTo>
                <a:lnTo>
                  <a:pt x="2096998" y="760514"/>
                </a:lnTo>
                <a:lnTo>
                  <a:pt x="2122555" y="862517"/>
                </a:lnTo>
                <a:lnTo>
                  <a:pt x="2137975" y="966534"/>
                </a:lnTo>
                <a:lnTo>
                  <a:pt x="2143140" y="1071569"/>
                </a:lnTo>
                <a:lnTo>
                  <a:pt x="2137975" y="1176604"/>
                </a:lnTo>
                <a:lnTo>
                  <a:pt x="2122555" y="1280621"/>
                </a:lnTo>
                <a:lnTo>
                  <a:pt x="2096998" y="1382624"/>
                </a:lnTo>
                <a:lnTo>
                  <a:pt x="2061572" y="1481637"/>
                </a:lnTo>
                <a:lnTo>
                  <a:pt x="2016609" y="1576707"/>
                </a:lnTo>
                <a:lnTo>
                  <a:pt x="1962548" y="1666901"/>
                </a:lnTo>
                <a:lnTo>
                  <a:pt x="1899904" y="1751362"/>
                </a:lnTo>
                <a:lnTo>
                  <a:pt x="1829284" y="1829283"/>
                </a:lnTo>
                <a:lnTo>
                  <a:pt x="1751363" y="1899903"/>
                </a:lnTo>
                <a:lnTo>
                  <a:pt x="1666902" y="1962547"/>
                </a:lnTo>
                <a:lnTo>
                  <a:pt x="1576708" y="2016607"/>
                </a:lnTo>
                <a:lnTo>
                  <a:pt x="1481638" y="2061570"/>
                </a:lnTo>
                <a:lnTo>
                  <a:pt x="1382625" y="2096996"/>
                </a:lnTo>
                <a:lnTo>
                  <a:pt x="1280623" y="2122553"/>
                </a:lnTo>
                <a:lnTo>
                  <a:pt x="1176605" y="2137973"/>
                </a:lnTo>
                <a:lnTo>
                  <a:pt x="1071570" y="2143138"/>
                </a:lnTo>
                <a:lnTo>
                  <a:pt x="966535" y="2137973"/>
                </a:lnTo>
                <a:lnTo>
                  <a:pt x="862517" y="2122553"/>
                </a:lnTo>
                <a:lnTo>
                  <a:pt x="760515" y="2096996"/>
                </a:lnTo>
                <a:lnTo>
                  <a:pt x="661502" y="2061570"/>
                </a:lnTo>
                <a:lnTo>
                  <a:pt x="566432" y="2016607"/>
                </a:lnTo>
                <a:lnTo>
                  <a:pt x="476238" y="1962547"/>
                </a:lnTo>
                <a:lnTo>
                  <a:pt x="391777" y="1899903"/>
                </a:lnTo>
                <a:lnTo>
                  <a:pt x="313856" y="1829283"/>
                </a:lnTo>
                <a:lnTo>
                  <a:pt x="243236" y="1751362"/>
                </a:lnTo>
                <a:lnTo>
                  <a:pt x="180592" y="1666901"/>
                </a:lnTo>
                <a:lnTo>
                  <a:pt x="126531" y="1576707"/>
                </a:lnTo>
                <a:lnTo>
                  <a:pt x="81568" y="1481637"/>
                </a:lnTo>
                <a:lnTo>
                  <a:pt x="46142" y="1382624"/>
                </a:lnTo>
                <a:lnTo>
                  <a:pt x="20585" y="1280621"/>
                </a:lnTo>
                <a:lnTo>
                  <a:pt x="5165" y="1176604"/>
                </a:lnTo>
                <a:lnTo>
                  <a:pt x="0" y="1071569"/>
                </a:ln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 sz="2400">
              <a:latin typeface="Franklin Gothic Book" panose="020B0503020102020204" pitchFamily="34" charset="0"/>
            </a:endParaRPr>
          </a:p>
        </p:txBody>
      </p:sp>
      <p:sp>
        <p:nvSpPr>
          <p:cNvPr id="17" name="Freeform 13">
            <a:extLst>
              <a:ext uri="{FF2B5EF4-FFF2-40B4-BE49-F238E27FC236}">
                <a16:creationId xmlns:a16="http://schemas.microsoft.com/office/drawing/2014/main" id="{CD0C1706-124E-4271-BFC0-408305E83872}"/>
              </a:ext>
            </a:extLst>
          </p:cNvPr>
          <p:cNvSpPr/>
          <p:nvPr/>
        </p:nvSpPr>
        <p:spPr>
          <a:xfrm>
            <a:off x="4273561" y="5343531"/>
            <a:ext cx="768096" cy="768096"/>
          </a:xfrm>
          <a:custGeom>
            <a:avLst/>
            <a:gdLst>
              <a:gd name="connsiteX0" fmla="*/ 0 w 2143140"/>
              <a:gd name="connsiteY0" fmla="*/ 1071569 h 2143138"/>
              <a:gd name="connsiteX1" fmla="*/ 5165 w 2143140"/>
              <a:gd name="connsiteY1" fmla="*/ 966534 h 2143138"/>
              <a:gd name="connsiteX2" fmla="*/ 20585 w 2143140"/>
              <a:gd name="connsiteY2" fmla="*/ 862517 h 2143138"/>
              <a:gd name="connsiteX3" fmla="*/ 46142 w 2143140"/>
              <a:gd name="connsiteY3" fmla="*/ 760514 h 2143138"/>
              <a:gd name="connsiteX4" fmla="*/ 81568 w 2143140"/>
              <a:gd name="connsiteY4" fmla="*/ 661501 h 2143138"/>
              <a:gd name="connsiteX5" fmla="*/ 126531 w 2143140"/>
              <a:gd name="connsiteY5" fmla="*/ 566431 h 2143138"/>
              <a:gd name="connsiteX6" fmla="*/ 180592 w 2143140"/>
              <a:gd name="connsiteY6" fmla="*/ 476237 h 2143138"/>
              <a:gd name="connsiteX7" fmla="*/ 243236 w 2143140"/>
              <a:gd name="connsiteY7" fmla="*/ 391776 h 2143138"/>
              <a:gd name="connsiteX8" fmla="*/ 313856 w 2143140"/>
              <a:gd name="connsiteY8" fmla="*/ 313855 h 2143138"/>
              <a:gd name="connsiteX9" fmla="*/ 391777 w 2143140"/>
              <a:gd name="connsiteY9" fmla="*/ 243235 h 2143138"/>
              <a:gd name="connsiteX10" fmla="*/ 476238 w 2143140"/>
              <a:gd name="connsiteY10" fmla="*/ 180591 h 2143138"/>
              <a:gd name="connsiteX11" fmla="*/ 566432 w 2143140"/>
              <a:gd name="connsiteY11" fmla="*/ 126531 h 2143138"/>
              <a:gd name="connsiteX12" fmla="*/ 661502 w 2143140"/>
              <a:gd name="connsiteY12" fmla="*/ 81568 h 2143138"/>
              <a:gd name="connsiteX13" fmla="*/ 760515 w 2143140"/>
              <a:gd name="connsiteY13" fmla="*/ 46142 h 2143138"/>
              <a:gd name="connsiteX14" fmla="*/ 862517 w 2143140"/>
              <a:gd name="connsiteY14" fmla="*/ 20585 h 2143138"/>
              <a:gd name="connsiteX15" fmla="*/ 966535 w 2143140"/>
              <a:gd name="connsiteY15" fmla="*/ 5165 h 2143138"/>
              <a:gd name="connsiteX16" fmla="*/ 1071570 w 2143140"/>
              <a:gd name="connsiteY16" fmla="*/ 0 h 2143138"/>
              <a:gd name="connsiteX17" fmla="*/ 1176605 w 2143140"/>
              <a:gd name="connsiteY17" fmla="*/ 5165 h 2143138"/>
              <a:gd name="connsiteX18" fmla="*/ 1280623 w 2143140"/>
              <a:gd name="connsiteY18" fmla="*/ 20585 h 2143138"/>
              <a:gd name="connsiteX19" fmla="*/ 1382625 w 2143140"/>
              <a:gd name="connsiteY19" fmla="*/ 46142 h 2143138"/>
              <a:gd name="connsiteX20" fmla="*/ 1481638 w 2143140"/>
              <a:gd name="connsiteY20" fmla="*/ 81568 h 2143138"/>
              <a:gd name="connsiteX21" fmla="*/ 1576708 w 2143140"/>
              <a:gd name="connsiteY21" fmla="*/ 126531 h 2143138"/>
              <a:gd name="connsiteX22" fmla="*/ 1666902 w 2143140"/>
              <a:gd name="connsiteY22" fmla="*/ 180591 h 2143138"/>
              <a:gd name="connsiteX23" fmla="*/ 1751363 w 2143140"/>
              <a:gd name="connsiteY23" fmla="*/ 243235 h 2143138"/>
              <a:gd name="connsiteX24" fmla="*/ 1829284 w 2143140"/>
              <a:gd name="connsiteY24" fmla="*/ 313855 h 2143138"/>
              <a:gd name="connsiteX25" fmla="*/ 1899904 w 2143140"/>
              <a:gd name="connsiteY25" fmla="*/ 391776 h 2143138"/>
              <a:gd name="connsiteX26" fmla="*/ 1962548 w 2143140"/>
              <a:gd name="connsiteY26" fmla="*/ 476237 h 2143138"/>
              <a:gd name="connsiteX27" fmla="*/ 2016609 w 2143140"/>
              <a:gd name="connsiteY27" fmla="*/ 566431 h 2143138"/>
              <a:gd name="connsiteX28" fmla="*/ 2061572 w 2143140"/>
              <a:gd name="connsiteY28" fmla="*/ 661501 h 2143138"/>
              <a:gd name="connsiteX29" fmla="*/ 2096998 w 2143140"/>
              <a:gd name="connsiteY29" fmla="*/ 760514 h 2143138"/>
              <a:gd name="connsiteX30" fmla="*/ 2122555 w 2143140"/>
              <a:gd name="connsiteY30" fmla="*/ 862517 h 2143138"/>
              <a:gd name="connsiteX31" fmla="*/ 2137975 w 2143140"/>
              <a:gd name="connsiteY31" fmla="*/ 966534 h 2143138"/>
              <a:gd name="connsiteX32" fmla="*/ 2143140 w 2143140"/>
              <a:gd name="connsiteY32" fmla="*/ 1071569 h 2143138"/>
              <a:gd name="connsiteX33" fmla="*/ 2137975 w 2143140"/>
              <a:gd name="connsiteY33" fmla="*/ 1176604 h 2143138"/>
              <a:gd name="connsiteX34" fmla="*/ 2122555 w 2143140"/>
              <a:gd name="connsiteY34" fmla="*/ 1280621 h 2143138"/>
              <a:gd name="connsiteX35" fmla="*/ 2096998 w 2143140"/>
              <a:gd name="connsiteY35" fmla="*/ 1382624 h 2143138"/>
              <a:gd name="connsiteX36" fmla="*/ 2061572 w 2143140"/>
              <a:gd name="connsiteY36" fmla="*/ 1481637 h 2143138"/>
              <a:gd name="connsiteX37" fmla="*/ 2016609 w 2143140"/>
              <a:gd name="connsiteY37" fmla="*/ 1576707 h 2143138"/>
              <a:gd name="connsiteX38" fmla="*/ 1962548 w 2143140"/>
              <a:gd name="connsiteY38" fmla="*/ 1666901 h 2143138"/>
              <a:gd name="connsiteX39" fmla="*/ 1899904 w 2143140"/>
              <a:gd name="connsiteY39" fmla="*/ 1751362 h 2143138"/>
              <a:gd name="connsiteX40" fmla="*/ 1829284 w 2143140"/>
              <a:gd name="connsiteY40" fmla="*/ 1829283 h 2143138"/>
              <a:gd name="connsiteX41" fmla="*/ 1751363 w 2143140"/>
              <a:gd name="connsiteY41" fmla="*/ 1899903 h 2143138"/>
              <a:gd name="connsiteX42" fmla="*/ 1666902 w 2143140"/>
              <a:gd name="connsiteY42" fmla="*/ 1962547 h 2143138"/>
              <a:gd name="connsiteX43" fmla="*/ 1576708 w 2143140"/>
              <a:gd name="connsiteY43" fmla="*/ 2016607 h 2143138"/>
              <a:gd name="connsiteX44" fmla="*/ 1481638 w 2143140"/>
              <a:gd name="connsiteY44" fmla="*/ 2061570 h 2143138"/>
              <a:gd name="connsiteX45" fmla="*/ 1382625 w 2143140"/>
              <a:gd name="connsiteY45" fmla="*/ 2096996 h 2143138"/>
              <a:gd name="connsiteX46" fmla="*/ 1280623 w 2143140"/>
              <a:gd name="connsiteY46" fmla="*/ 2122553 h 2143138"/>
              <a:gd name="connsiteX47" fmla="*/ 1176605 w 2143140"/>
              <a:gd name="connsiteY47" fmla="*/ 2137973 h 2143138"/>
              <a:gd name="connsiteX48" fmla="*/ 1071570 w 2143140"/>
              <a:gd name="connsiteY48" fmla="*/ 2143138 h 2143138"/>
              <a:gd name="connsiteX49" fmla="*/ 966535 w 2143140"/>
              <a:gd name="connsiteY49" fmla="*/ 2137973 h 2143138"/>
              <a:gd name="connsiteX50" fmla="*/ 862517 w 2143140"/>
              <a:gd name="connsiteY50" fmla="*/ 2122553 h 2143138"/>
              <a:gd name="connsiteX51" fmla="*/ 760515 w 2143140"/>
              <a:gd name="connsiteY51" fmla="*/ 2096996 h 2143138"/>
              <a:gd name="connsiteX52" fmla="*/ 661502 w 2143140"/>
              <a:gd name="connsiteY52" fmla="*/ 2061570 h 2143138"/>
              <a:gd name="connsiteX53" fmla="*/ 566432 w 2143140"/>
              <a:gd name="connsiteY53" fmla="*/ 2016607 h 2143138"/>
              <a:gd name="connsiteX54" fmla="*/ 476238 w 2143140"/>
              <a:gd name="connsiteY54" fmla="*/ 1962547 h 2143138"/>
              <a:gd name="connsiteX55" fmla="*/ 391777 w 2143140"/>
              <a:gd name="connsiteY55" fmla="*/ 1899903 h 2143138"/>
              <a:gd name="connsiteX56" fmla="*/ 313856 w 2143140"/>
              <a:gd name="connsiteY56" fmla="*/ 1829283 h 2143138"/>
              <a:gd name="connsiteX57" fmla="*/ 243236 w 2143140"/>
              <a:gd name="connsiteY57" fmla="*/ 1751362 h 2143138"/>
              <a:gd name="connsiteX58" fmla="*/ 180592 w 2143140"/>
              <a:gd name="connsiteY58" fmla="*/ 1666901 h 2143138"/>
              <a:gd name="connsiteX59" fmla="*/ 126531 w 2143140"/>
              <a:gd name="connsiteY59" fmla="*/ 1576707 h 2143138"/>
              <a:gd name="connsiteX60" fmla="*/ 81568 w 2143140"/>
              <a:gd name="connsiteY60" fmla="*/ 1481637 h 2143138"/>
              <a:gd name="connsiteX61" fmla="*/ 46142 w 2143140"/>
              <a:gd name="connsiteY61" fmla="*/ 1382624 h 2143138"/>
              <a:gd name="connsiteX62" fmla="*/ 20585 w 2143140"/>
              <a:gd name="connsiteY62" fmla="*/ 1280621 h 2143138"/>
              <a:gd name="connsiteX63" fmla="*/ 5165 w 2143140"/>
              <a:gd name="connsiteY63" fmla="*/ 1176604 h 2143138"/>
              <a:gd name="connsiteX64" fmla="*/ 0 w 2143140"/>
              <a:gd name="connsiteY64" fmla="*/ 1071569 h 214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2143140" h="2143138">
                <a:moveTo>
                  <a:pt x="0" y="1071569"/>
                </a:moveTo>
                <a:lnTo>
                  <a:pt x="5165" y="966534"/>
                </a:lnTo>
                <a:lnTo>
                  <a:pt x="20585" y="862517"/>
                </a:lnTo>
                <a:lnTo>
                  <a:pt x="46142" y="760514"/>
                </a:lnTo>
                <a:lnTo>
                  <a:pt x="81568" y="661501"/>
                </a:lnTo>
                <a:lnTo>
                  <a:pt x="126531" y="566431"/>
                </a:lnTo>
                <a:lnTo>
                  <a:pt x="180592" y="476237"/>
                </a:lnTo>
                <a:lnTo>
                  <a:pt x="243236" y="391776"/>
                </a:lnTo>
                <a:lnTo>
                  <a:pt x="313856" y="313855"/>
                </a:lnTo>
                <a:lnTo>
                  <a:pt x="391777" y="243235"/>
                </a:lnTo>
                <a:lnTo>
                  <a:pt x="476238" y="180591"/>
                </a:lnTo>
                <a:lnTo>
                  <a:pt x="566432" y="126531"/>
                </a:lnTo>
                <a:lnTo>
                  <a:pt x="661502" y="81568"/>
                </a:lnTo>
                <a:lnTo>
                  <a:pt x="760515" y="46142"/>
                </a:lnTo>
                <a:lnTo>
                  <a:pt x="862517" y="20585"/>
                </a:lnTo>
                <a:lnTo>
                  <a:pt x="966535" y="5165"/>
                </a:lnTo>
                <a:lnTo>
                  <a:pt x="1071570" y="0"/>
                </a:lnTo>
                <a:lnTo>
                  <a:pt x="1176605" y="5165"/>
                </a:lnTo>
                <a:lnTo>
                  <a:pt x="1280623" y="20585"/>
                </a:lnTo>
                <a:lnTo>
                  <a:pt x="1382625" y="46142"/>
                </a:lnTo>
                <a:lnTo>
                  <a:pt x="1481638" y="81568"/>
                </a:lnTo>
                <a:lnTo>
                  <a:pt x="1576708" y="126531"/>
                </a:lnTo>
                <a:lnTo>
                  <a:pt x="1666902" y="180591"/>
                </a:lnTo>
                <a:lnTo>
                  <a:pt x="1751363" y="243235"/>
                </a:lnTo>
                <a:lnTo>
                  <a:pt x="1829284" y="313855"/>
                </a:lnTo>
                <a:lnTo>
                  <a:pt x="1899904" y="391776"/>
                </a:lnTo>
                <a:lnTo>
                  <a:pt x="1962548" y="476237"/>
                </a:lnTo>
                <a:lnTo>
                  <a:pt x="2016609" y="566431"/>
                </a:lnTo>
                <a:lnTo>
                  <a:pt x="2061572" y="661501"/>
                </a:lnTo>
                <a:lnTo>
                  <a:pt x="2096998" y="760514"/>
                </a:lnTo>
                <a:lnTo>
                  <a:pt x="2122555" y="862517"/>
                </a:lnTo>
                <a:lnTo>
                  <a:pt x="2137975" y="966534"/>
                </a:lnTo>
                <a:lnTo>
                  <a:pt x="2143140" y="1071569"/>
                </a:lnTo>
                <a:lnTo>
                  <a:pt x="2137975" y="1176604"/>
                </a:lnTo>
                <a:lnTo>
                  <a:pt x="2122555" y="1280621"/>
                </a:lnTo>
                <a:lnTo>
                  <a:pt x="2096998" y="1382624"/>
                </a:lnTo>
                <a:lnTo>
                  <a:pt x="2061572" y="1481637"/>
                </a:lnTo>
                <a:lnTo>
                  <a:pt x="2016609" y="1576707"/>
                </a:lnTo>
                <a:lnTo>
                  <a:pt x="1962548" y="1666901"/>
                </a:lnTo>
                <a:lnTo>
                  <a:pt x="1899904" y="1751362"/>
                </a:lnTo>
                <a:lnTo>
                  <a:pt x="1829284" y="1829283"/>
                </a:lnTo>
                <a:lnTo>
                  <a:pt x="1751363" y="1899903"/>
                </a:lnTo>
                <a:lnTo>
                  <a:pt x="1666902" y="1962547"/>
                </a:lnTo>
                <a:lnTo>
                  <a:pt x="1576708" y="2016607"/>
                </a:lnTo>
                <a:lnTo>
                  <a:pt x="1481638" y="2061570"/>
                </a:lnTo>
                <a:lnTo>
                  <a:pt x="1382625" y="2096996"/>
                </a:lnTo>
                <a:lnTo>
                  <a:pt x="1280623" y="2122553"/>
                </a:lnTo>
                <a:lnTo>
                  <a:pt x="1176605" y="2137973"/>
                </a:lnTo>
                <a:lnTo>
                  <a:pt x="1071570" y="2143138"/>
                </a:lnTo>
                <a:lnTo>
                  <a:pt x="966535" y="2137973"/>
                </a:lnTo>
                <a:lnTo>
                  <a:pt x="862517" y="2122553"/>
                </a:lnTo>
                <a:lnTo>
                  <a:pt x="760515" y="2096996"/>
                </a:lnTo>
                <a:lnTo>
                  <a:pt x="661502" y="2061570"/>
                </a:lnTo>
                <a:lnTo>
                  <a:pt x="566432" y="2016607"/>
                </a:lnTo>
                <a:lnTo>
                  <a:pt x="476238" y="1962547"/>
                </a:lnTo>
                <a:lnTo>
                  <a:pt x="391777" y="1899903"/>
                </a:lnTo>
                <a:lnTo>
                  <a:pt x="313856" y="1829283"/>
                </a:lnTo>
                <a:lnTo>
                  <a:pt x="243236" y="1751362"/>
                </a:lnTo>
                <a:lnTo>
                  <a:pt x="180592" y="1666901"/>
                </a:lnTo>
                <a:lnTo>
                  <a:pt x="126531" y="1576707"/>
                </a:lnTo>
                <a:lnTo>
                  <a:pt x="81568" y="1481637"/>
                </a:lnTo>
                <a:lnTo>
                  <a:pt x="46142" y="1382624"/>
                </a:lnTo>
                <a:lnTo>
                  <a:pt x="20585" y="1280621"/>
                </a:lnTo>
                <a:lnTo>
                  <a:pt x="5165" y="1176604"/>
                </a:lnTo>
                <a:lnTo>
                  <a:pt x="0" y="1071569"/>
                </a:ln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 sz="2400">
              <a:latin typeface="Franklin Gothic Book" panose="020B0503020102020204" pitchFamily="34" charset="0"/>
            </a:endParaRPr>
          </a:p>
        </p:txBody>
      </p:sp>
      <p:sp>
        <p:nvSpPr>
          <p:cNvPr id="41" name="Text Placeholder 15">
            <a:extLst>
              <a:ext uri="{FF2B5EF4-FFF2-40B4-BE49-F238E27FC236}">
                <a16:creationId xmlns:a16="http://schemas.microsoft.com/office/drawing/2014/main" id="{363F903E-ADC7-4DA3-99CE-61322251D866}"/>
              </a:ext>
            </a:extLst>
          </p:cNvPr>
          <p:cNvSpPr>
            <a:spLocks noGrp="1"/>
          </p:cNvSpPr>
          <p:nvPr userDrawn="1">
            <p:ph type="body" sz="quarter" idx="32" hasCustomPrompt="1"/>
          </p:nvPr>
        </p:nvSpPr>
        <p:spPr>
          <a:xfrm>
            <a:off x="6770255" y="1388007"/>
            <a:ext cx="4579744" cy="314253"/>
          </a:xfrm>
        </p:spPr>
        <p:txBody>
          <a:bodyPr wrap="square">
            <a:noAutofit/>
          </a:bodyPr>
          <a:lstStyle>
            <a:lvl1pPr marL="0" algn="l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2000" b="1" kern="1200" cap="all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1</a:t>
            </a:r>
          </a:p>
        </p:txBody>
      </p:sp>
      <p:sp>
        <p:nvSpPr>
          <p:cNvPr id="42" name="Text Placeholder 15">
            <a:extLst>
              <a:ext uri="{FF2B5EF4-FFF2-40B4-BE49-F238E27FC236}">
                <a16:creationId xmlns:a16="http://schemas.microsoft.com/office/drawing/2014/main" id="{F6FF071A-A0FA-4A78-8896-DF4F119B3B96}"/>
              </a:ext>
            </a:extLst>
          </p:cNvPr>
          <p:cNvSpPr>
            <a:spLocks noGrp="1"/>
          </p:cNvSpPr>
          <p:nvPr userDrawn="1">
            <p:ph type="body" sz="quarter" idx="33"/>
          </p:nvPr>
        </p:nvSpPr>
        <p:spPr>
          <a:xfrm>
            <a:off x="6770255" y="1718879"/>
            <a:ext cx="4579744" cy="657505"/>
          </a:xfrm>
        </p:spPr>
        <p:txBody>
          <a:bodyPr wrap="square">
            <a:noAutofit/>
          </a:bodyPr>
          <a:lstStyle>
            <a:lvl1pPr algn="l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5" name="Text Placeholder 15">
            <a:extLst>
              <a:ext uri="{FF2B5EF4-FFF2-40B4-BE49-F238E27FC236}">
                <a16:creationId xmlns:a16="http://schemas.microsoft.com/office/drawing/2014/main" id="{FD8B5AF4-7315-430C-BB89-2CC7B5134623}"/>
              </a:ext>
            </a:extLst>
          </p:cNvPr>
          <p:cNvSpPr>
            <a:spLocks noGrp="1"/>
          </p:cNvSpPr>
          <p:nvPr userDrawn="1">
            <p:ph type="body" sz="quarter" idx="34" hasCustomPrompt="1"/>
          </p:nvPr>
        </p:nvSpPr>
        <p:spPr>
          <a:xfrm>
            <a:off x="6770255" y="2708265"/>
            <a:ext cx="4579744" cy="314253"/>
          </a:xfrm>
        </p:spPr>
        <p:txBody>
          <a:bodyPr wrap="square">
            <a:noAutofit/>
          </a:bodyPr>
          <a:lstStyle>
            <a:lvl1pPr marL="0" algn="l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2000" b="1" kern="1200" cap="all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2</a:t>
            </a:r>
          </a:p>
        </p:txBody>
      </p:sp>
      <p:sp>
        <p:nvSpPr>
          <p:cNvPr id="46" name="Text Placeholder 15">
            <a:extLst>
              <a:ext uri="{FF2B5EF4-FFF2-40B4-BE49-F238E27FC236}">
                <a16:creationId xmlns:a16="http://schemas.microsoft.com/office/drawing/2014/main" id="{63736C82-9731-4C3E-8C0E-57D1BFE168E4}"/>
              </a:ext>
            </a:extLst>
          </p:cNvPr>
          <p:cNvSpPr>
            <a:spLocks noGrp="1"/>
          </p:cNvSpPr>
          <p:nvPr userDrawn="1">
            <p:ph type="body" sz="quarter" idx="35"/>
          </p:nvPr>
        </p:nvSpPr>
        <p:spPr>
          <a:xfrm>
            <a:off x="6770255" y="3039137"/>
            <a:ext cx="4579744" cy="657505"/>
          </a:xfrm>
        </p:spPr>
        <p:txBody>
          <a:bodyPr wrap="square">
            <a:noAutofit/>
          </a:bodyPr>
          <a:lstStyle>
            <a:lvl1pPr algn="l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9" name="Text Placeholder 15">
            <a:extLst>
              <a:ext uri="{FF2B5EF4-FFF2-40B4-BE49-F238E27FC236}">
                <a16:creationId xmlns:a16="http://schemas.microsoft.com/office/drawing/2014/main" id="{AEF2582B-C6DE-42F3-ACAA-3282C9D1002E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6770255" y="4017482"/>
            <a:ext cx="4579744" cy="314253"/>
          </a:xfrm>
        </p:spPr>
        <p:txBody>
          <a:bodyPr wrap="square">
            <a:noAutofit/>
          </a:bodyPr>
          <a:lstStyle>
            <a:lvl1pPr marL="0" algn="l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2000" b="1" kern="1200" cap="all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3</a:t>
            </a:r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F252727C-0FB0-4C5F-A0D0-415E2DA9DF69}"/>
              </a:ext>
            </a:extLst>
          </p:cNvPr>
          <p:cNvSpPr>
            <a:spLocks noGrp="1"/>
          </p:cNvSpPr>
          <p:nvPr userDrawn="1">
            <p:ph type="body" sz="quarter" idx="37"/>
          </p:nvPr>
        </p:nvSpPr>
        <p:spPr>
          <a:xfrm>
            <a:off x="6770255" y="4348354"/>
            <a:ext cx="4579744" cy="657505"/>
          </a:xfrm>
        </p:spPr>
        <p:txBody>
          <a:bodyPr wrap="square">
            <a:noAutofit/>
          </a:bodyPr>
          <a:lstStyle>
            <a:lvl1pPr algn="l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6E21B864-F565-48A8-AC76-226AF7FC3E7E}"/>
              </a:ext>
            </a:extLst>
          </p:cNvPr>
          <p:cNvSpPr>
            <a:spLocks noGrp="1"/>
          </p:cNvSpPr>
          <p:nvPr userDrawn="1">
            <p:ph type="body" sz="quarter" idx="38" hasCustomPrompt="1"/>
          </p:nvPr>
        </p:nvSpPr>
        <p:spPr>
          <a:xfrm>
            <a:off x="6770255" y="5314776"/>
            <a:ext cx="4579744" cy="314253"/>
          </a:xfrm>
        </p:spPr>
        <p:txBody>
          <a:bodyPr wrap="square">
            <a:noAutofit/>
          </a:bodyPr>
          <a:lstStyle>
            <a:lvl1pPr marL="0" algn="l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2000" b="1" kern="1200" cap="all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4</a:t>
            </a:r>
          </a:p>
        </p:txBody>
      </p:sp>
      <p:sp>
        <p:nvSpPr>
          <p:cNvPr id="54" name="Text Placeholder 15">
            <a:extLst>
              <a:ext uri="{FF2B5EF4-FFF2-40B4-BE49-F238E27FC236}">
                <a16:creationId xmlns:a16="http://schemas.microsoft.com/office/drawing/2014/main" id="{397F9C65-4F14-4892-A18D-3AE17CC669AC}"/>
              </a:ext>
            </a:extLst>
          </p:cNvPr>
          <p:cNvSpPr>
            <a:spLocks noGrp="1"/>
          </p:cNvSpPr>
          <p:nvPr userDrawn="1">
            <p:ph type="body" sz="quarter" idx="39"/>
          </p:nvPr>
        </p:nvSpPr>
        <p:spPr>
          <a:xfrm>
            <a:off x="6770255" y="5645648"/>
            <a:ext cx="4579744" cy="657505"/>
          </a:xfrm>
        </p:spPr>
        <p:txBody>
          <a:bodyPr wrap="square">
            <a:noAutofit/>
          </a:bodyPr>
          <a:lstStyle>
            <a:lvl1pPr algn="l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5" name="Title 12">
            <a:extLst>
              <a:ext uri="{FF2B5EF4-FFF2-40B4-BE49-F238E27FC236}">
                <a16:creationId xmlns:a16="http://schemas.microsoft.com/office/drawing/2014/main" id="{9B36583D-7FC8-401E-AC05-72A7C24ACA49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50950" y="483766"/>
            <a:ext cx="10904450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FDBDB518-79CE-463D-8E89-0DC7A164C9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25">
            <a:extLst>
              <a:ext uri="{FF2B5EF4-FFF2-40B4-BE49-F238E27FC236}">
                <a16:creationId xmlns:a16="http://schemas.microsoft.com/office/drawing/2014/main" id="{7A490DAA-7356-E358-C373-89A467E0F3E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671391" y="1497739"/>
            <a:ext cx="4086686" cy="4082964"/>
          </a:xfrm>
          <a:prstGeom prst="ellipse">
            <a:avLst/>
          </a:prstGeom>
          <a:ln w="38100">
            <a:solidFill>
              <a:schemeClr val="bg1"/>
            </a:solidFill>
          </a:ln>
          <a:effectLst>
            <a:outerShdw blurRad="495300" dist="38100" dir="14880000" algn="br" rotWithShape="0">
              <a:prstClr val="black">
                <a:alpha val="28000"/>
              </a:prstClr>
            </a:outerShdw>
          </a:effectLst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pic>
        <p:nvPicPr>
          <p:cNvPr id="16" name="Picture 15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988E256B-B38F-9B65-EFAB-0A309665A82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8352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 - 8 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AB9B36E-B6DC-401B-82FF-BC15DCF6119E}"/>
              </a:ext>
            </a:extLst>
          </p:cNvPr>
          <p:cNvSpPr/>
          <p:nvPr userDrawn="1"/>
        </p:nvSpPr>
        <p:spPr>
          <a:xfrm flipV="1">
            <a:off x="0" y="-9"/>
            <a:ext cx="12191999" cy="6865417"/>
          </a:xfrm>
          <a:prstGeom prst="rect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E73994A-D819-406B-AE38-BE1DC71A273A}"/>
              </a:ext>
            </a:extLst>
          </p:cNvPr>
          <p:cNvSpPr/>
          <p:nvPr userDrawn="1"/>
        </p:nvSpPr>
        <p:spPr>
          <a:xfrm>
            <a:off x="3511161" y="1381294"/>
            <a:ext cx="2298702" cy="2307525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 Placeholder 15">
            <a:extLst>
              <a:ext uri="{FF2B5EF4-FFF2-40B4-BE49-F238E27FC236}">
                <a16:creationId xmlns:a16="http://schemas.microsoft.com/office/drawing/2014/main" id="{77A97E7E-50F0-42DA-86E4-2F106D7C3E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579072" y="1923744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44" name="Text Placeholder 15">
            <a:extLst>
              <a:ext uri="{FF2B5EF4-FFF2-40B4-BE49-F238E27FC236}">
                <a16:creationId xmlns:a16="http://schemas.microsoft.com/office/drawing/2014/main" id="{7D77EE1E-AD88-45E1-85EC-72DA04E629DA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579072" y="2254616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CB673F37-3002-4A27-963E-7030B1F87FB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02D77B01-63E4-5A59-2294-719358D0B316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01921" y="1928278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7BDB5CB6-6480-58BE-E987-DDE336D7D885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01921" y="2259150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0F471CC-17EB-C120-3B02-193D6B9F9455}"/>
              </a:ext>
            </a:extLst>
          </p:cNvPr>
          <p:cNvSpPr/>
          <p:nvPr userDrawn="1"/>
        </p:nvSpPr>
        <p:spPr>
          <a:xfrm>
            <a:off x="6382137" y="1385828"/>
            <a:ext cx="2298702" cy="2307525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4C4966A2-17C0-1346-92FD-A968247112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450048" y="1928278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8A66CB19-61B5-4BDA-90FE-87395E181D0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6450048" y="2259150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3B0EF4D-A28B-C22A-1ED1-4F8E53BDD7B7}"/>
              </a:ext>
            </a:extLst>
          </p:cNvPr>
          <p:cNvSpPr/>
          <p:nvPr userDrawn="1"/>
        </p:nvSpPr>
        <p:spPr>
          <a:xfrm>
            <a:off x="640185" y="1385828"/>
            <a:ext cx="2298702" cy="2307525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3A77F4E-AFF6-D817-B2BA-50FD08BA7DDB}"/>
              </a:ext>
            </a:extLst>
          </p:cNvPr>
          <p:cNvSpPr/>
          <p:nvPr userDrawn="1"/>
        </p:nvSpPr>
        <p:spPr>
          <a:xfrm>
            <a:off x="9253114" y="1381294"/>
            <a:ext cx="2298702" cy="2307525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1F626AE-E1E7-8FC9-9BBC-36606C564266}"/>
              </a:ext>
            </a:extLst>
          </p:cNvPr>
          <p:cNvSpPr>
            <a:spLocks noGrp="1"/>
          </p:cNvSpPr>
          <p:nvPr userDrawn="1">
            <p:ph type="body" sz="quarter" idx="50" hasCustomPrompt="1"/>
          </p:nvPr>
        </p:nvSpPr>
        <p:spPr>
          <a:xfrm>
            <a:off x="9307878" y="1923744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423E734B-7622-ED34-AA61-66D85009741D}"/>
              </a:ext>
            </a:extLst>
          </p:cNvPr>
          <p:cNvSpPr>
            <a:spLocks noGrp="1"/>
          </p:cNvSpPr>
          <p:nvPr userDrawn="1">
            <p:ph type="body" sz="quarter" idx="51"/>
          </p:nvPr>
        </p:nvSpPr>
        <p:spPr>
          <a:xfrm>
            <a:off x="9307878" y="2254616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2CD3F68-0D34-26D7-6827-450D4D2E7FA1}"/>
              </a:ext>
            </a:extLst>
          </p:cNvPr>
          <p:cNvSpPr/>
          <p:nvPr userDrawn="1"/>
        </p:nvSpPr>
        <p:spPr>
          <a:xfrm>
            <a:off x="640185" y="4123351"/>
            <a:ext cx="2298702" cy="2307525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2AB483D4-04D2-9780-310C-99119EB6A88C}"/>
              </a:ext>
            </a:extLst>
          </p:cNvPr>
          <p:cNvSpPr>
            <a:spLocks noGrp="1"/>
          </p:cNvSpPr>
          <p:nvPr userDrawn="1">
            <p:ph type="body" sz="quarter" idx="52" hasCustomPrompt="1"/>
          </p:nvPr>
        </p:nvSpPr>
        <p:spPr>
          <a:xfrm>
            <a:off x="701921" y="4665801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C524B1DC-1995-A119-0C86-7DBB09E5E945}"/>
              </a:ext>
            </a:extLst>
          </p:cNvPr>
          <p:cNvSpPr>
            <a:spLocks noGrp="1"/>
          </p:cNvSpPr>
          <p:nvPr userDrawn="1">
            <p:ph type="body" sz="quarter" idx="53"/>
          </p:nvPr>
        </p:nvSpPr>
        <p:spPr>
          <a:xfrm>
            <a:off x="701921" y="4996673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2C69D1A-F30C-2CBC-FC91-7B952CAABE4D}"/>
              </a:ext>
            </a:extLst>
          </p:cNvPr>
          <p:cNvSpPr/>
          <p:nvPr userDrawn="1"/>
        </p:nvSpPr>
        <p:spPr>
          <a:xfrm>
            <a:off x="6382137" y="4118817"/>
            <a:ext cx="2298702" cy="2307525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2C0C8BA5-47EB-5C9E-5F34-1EA2924C484D}"/>
              </a:ext>
            </a:extLst>
          </p:cNvPr>
          <p:cNvSpPr>
            <a:spLocks noGrp="1"/>
          </p:cNvSpPr>
          <p:nvPr userDrawn="1">
            <p:ph type="body" sz="quarter" idx="54" hasCustomPrompt="1"/>
          </p:nvPr>
        </p:nvSpPr>
        <p:spPr>
          <a:xfrm>
            <a:off x="6450048" y="4661267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1E93B25C-C43F-7418-F01A-A51284581BF1}"/>
              </a:ext>
            </a:extLst>
          </p:cNvPr>
          <p:cNvSpPr>
            <a:spLocks noGrp="1"/>
          </p:cNvSpPr>
          <p:nvPr userDrawn="1">
            <p:ph type="body" sz="quarter" idx="55"/>
          </p:nvPr>
        </p:nvSpPr>
        <p:spPr>
          <a:xfrm>
            <a:off x="6450048" y="4992139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CD0083B-3BDF-611E-33B5-AA8CD5E027CF}"/>
              </a:ext>
            </a:extLst>
          </p:cNvPr>
          <p:cNvSpPr/>
          <p:nvPr userDrawn="1"/>
        </p:nvSpPr>
        <p:spPr>
          <a:xfrm>
            <a:off x="3511161" y="4123351"/>
            <a:ext cx="2298702" cy="2307525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 Placeholder 15">
            <a:extLst>
              <a:ext uri="{FF2B5EF4-FFF2-40B4-BE49-F238E27FC236}">
                <a16:creationId xmlns:a16="http://schemas.microsoft.com/office/drawing/2014/main" id="{9CF78DC8-1D92-0FAD-734A-47235F1C91CA}"/>
              </a:ext>
            </a:extLst>
          </p:cNvPr>
          <p:cNvSpPr>
            <a:spLocks noGrp="1"/>
          </p:cNvSpPr>
          <p:nvPr userDrawn="1">
            <p:ph type="body" sz="quarter" idx="56" hasCustomPrompt="1"/>
          </p:nvPr>
        </p:nvSpPr>
        <p:spPr>
          <a:xfrm>
            <a:off x="3579072" y="4665801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58" name="Text Placeholder 15">
            <a:extLst>
              <a:ext uri="{FF2B5EF4-FFF2-40B4-BE49-F238E27FC236}">
                <a16:creationId xmlns:a16="http://schemas.microsoft.com/office/drawing/2014/main" id="{9115A960-A0B4-6B67-EE49-A3B6C1712BB5}"/>
              </a:ext>
            </a:extLst>
          </p:cNvPr>
          <p:cNvSpPr>
            <a:spLocks noGrp="1"/>
          </p:cNvSpPr>
          <p:nvPr userDrawn="1">
            <p:ph type="body" sz="quarter" idx="57"/>
          </p:nvPr>
        </p:nvSpPr>
        <p:spPr>
          <a:xfrm>
            <a:off x="3579072" y="4996673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66E0BFD-0DC0-E896-7AE6-64208A3BF2CB}"/>
              </a:ext>
            </a:extLst>
          </p:cNvPr>
          <p:cNvSpPr/>
          <p:nvPr userDrawn="1"/>
        </p:nvSpPr>
        <p:spPr>
          <a:xfrm>
            <a:off x="9253114" y="4123351"/>
            <a:ext cx="2298702" cy="2307525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 Placeholder 15">
            <a:extLst>
              <a:ext uri="{FF2B5EF4-FFF2-40B4-BE49-F238E27FC236}">
                <a16:creationId xmlns:a16="http://schemas.microsoft.com/office/drawing/2014/main" id="{94E142F5-7988-CEE0-8CBC-1A685F1B4727}"/>
              </a:ext>
            </a:extLst>
          </p:cNvPr>
          <p:cNvSpPr>
            <a:spLocks noGrp="1"/>
          </p:cNvSpPr>
          <p:nvPr userDrawn="1">
            <p:ph type="body" sz="quarter" idx="58" hasCustomPrompt="1"/>
          </p:nvPr>
        </p:nvSpPr>
        <p:spPr>
          <a:xfrm>
            <a:off x="9307878" y="4665801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63" name="Text Placeholder 15">
            <a:extLst>
              <a:ext uri="{FF2B5EF4-FFF2-40B4-BE49-F238E27FC236}">
                <a16:creationId xmlns:a16="http://schemas.microsoft.com/office/drawing/2014/main" id="{FA109259-A247-5384-2C7A-6A5608E0A3CD}"/>
              </a:ext>
            </a:extLst>
          </p:cNvPr>
          <p:cNvSpPr>
            <a:spLocks noGrp="1"/>
          </p:cNvSpPr>
          <p:nvPr userDrawn="1">
            <p:ph type="body" sz="quarter" idx="59"/>
          </p:nvPr>
        </p:nvSpPr>
        <p:spPr>
          <a:xfrm>
            <a:off x="9307878" y="4996673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" name="Title 12">
            <a:extLst>
              <a:ext uri="{FF2B5EF4-FFF2-40B4-BE49-F238E27FC236}">
                <a16:creationId xmlns:a16="http://schemas.microsoft.com/office/drawing/2014/main" id="{A665937C-045C-B0CD-EAA3-F0E1FAB2FC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83766"/>
            <a:ext cx="10904450" cy="615553"/>
          </a:xfrm>
        </p:spPr>
        <p:txBody>
          <a:bodyPr wrap="square" anchor="t" anchorCtr="0">
            <a:spAutoFit/>
          </a:bodyPr>
          <a:lstStyle>
            <a:lvl1pPr algn="ctr">
              <a:lnSpc>
                <a:spcPct val="1000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7908787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4AD0D76-359D-4C35-9D09-906C0DECC470}"/>
              </a:ext>
            </a:extLst>
          </p:cNvPr>
          <p:cNvSpPr/>
          <p:nvPr userDrawn="1"/>
        </p:nvSpPr>
        <p:spPr>
          <a:xfrm rot="10800000" flipH="1" flipV="1">
            <a:off x="-17361" y="-18614"/>
            <a:ext cx="12226985" cy="6884010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pic>
        <p:nvPicPr>
          <p:cNvPr id="6" name="Picture 5" descr="A blue and black floral pattern&#10;&#10;AI-generated content may be incorrect.">
            <a:extLst>
              <a:ext uri="{FF2B5EF4-FFF2-40B4-BE49-F238E27FC236}">
                <a16:creationId xmlns:a16="http://schemas.microsoft.com/office/drawing/2014/main" id="{BC5DF7E9-4B7B-A9E1-AB4C-FC189B4D49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-17362" y="-18615"/>
            <a:ext cx="12209361" cy="6884012"/>
          </a:xfrm>
          <a:prstGeom prst="rect">
            <a:avLst/>
          </a:prstGeom>
        </p:spPr>
      </p:pic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6DE46316-5F15-40C1-AB22-61F0A581E22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81198" y="3339734"/>
            <a:ext cx="6637201" cy="1186085"/>
          </a:xfrm>
        </p:spPr>
        <p:txBody>
          <a:bodyPr anchor="b">
            <a:noAutofit/>
          </a:bodyPr>
          <a:lstStyle>
            <a:lvl1pPr algn="l">
              <a:lnSpc>
                <a:spcPts val="4600"/>
              </a:lnSpc>
              <a:spcBef>
                <a:spcPts val="0"/>
              </a:spcBef>
              <a:defRPr sz="8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pic>
        <p:nvPicPr>
          <p:cNvPr id="2" name="Picture 1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F42C417-A801-F1F6-DE25-92F8878675D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7453" y="2373762"/>
            <a:ext cx="1876584" cy="66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6491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2529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587017"/>
            <a:ext cx="10515600" cy="64678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33802"/>
            <a:ext cx="10515600" cy="4943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99B59-93F4-EF40-A493-12136D87E34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86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8" r:id="rId1"/>
    <p:sldLayoutId id="2147484000" r:id="rId2"/>
    <p:sldLayoutId id="2147483924" r:id="rId3"/>
    <p:sldLayoutId id="2147483999" r:id="rId4"/>
    <p:sldLayoutId id="2147484004" r:id="rId5"/>
    <p:sldLayoutId id="2147483927" r:id="rId6"/>
    <p:sldLayoutId id="2147484001" r:id="rId7"/>
    <p:sldLayoutId id="2147484003" r:id="rId8"/>
    <p:sldLayoutId id="2147483942" r:id="rId9"/>
    <p:sldLayoutId id="2147484005" r:id="rId10"/>
    <p:sldLayoutId id="2147483949" r:id="rId11"/>
    <p:sldLayoutId id="2147483940" r:id="rId12"/>
    <p:sldLayoutId id="2147484009" r:id="rId13"/>
    <p:sldLayoutId id="2147484010" r:id="rId14"/>
    <p:sldLayoutId id="2147484007" r:id="rId15"/>
    <p:sldLayoutId id="2147484008" r:id="rId16"/>
    <p:sldLayoutId id="2147484006" r:id="rId17"/>
    <p:sldLayoutId id="2147483964" r:id="rId18"/>
    <p:sldLayoutId id="2147483931" r:id="rId19"/>
    <p:sldLayoutId id="2147483951" r:id="rId20"/>
    <p:sldLayoutId id="2147483970" r:id="rId21"/>
    <p:sldLayoutId id="2147483958" r:id="rId22"/>
    <p:sldLayoutId id="2147483996" r:id="rId23"/>
    <p:sldLayoutId id="2147483904" r:id="rId24"/>
  </p:sldLayoutIdLst>
  <p:hf hdr="0" ftr="0" dt="0"/>
  <p:txStyles>
    <p:titleStyle>
      <a:lvl1pPr algn="l" defTabSz="685800" rtl="0" eaLnBrk="1" latinLnBrk="0" hangingPunct="1">
        <a:lnSpc>
          <a:spcPts val="3600"/>
        </a:lnSpc>
        <a:spcBef>
          <a:spcPct val="0"/>
        </a:spcBef>
        <a:spcAft>
          <a:spcPts val="0"/>
        </a:spcAft>
        <a:buNone/>
        <a:defRPr sz="3300" kern="1200">
          <a:solidFill>
            <a:schemeClr val="tx2"/>
          </a:solidFill>
          <a:latin typeface="Arial Bold" panose="020B0704020202020204" pitchFamily="34" charset="0"/>
          <a:ea typeface="+mj-ea"/>
          <a:cs typeface="Arial Bold" panose="020B0704020202020204" pitchFamily="34" charset="0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1000"/>
        </a:spcBef>
        <a:buClr>
          <a:schemeClr val="bg2"/>
        </a:buClr>
        <a:buFont typeface="Arial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bg2"/>
        </a:buClr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bg2"/>
        </a:buClr>
        <a:buFont typeface="Wingdings" panose="05000000000000000000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bg2"/>
        </a:buClr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bg2"/>
        </a:buClr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8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31.jpe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8.jpeg"/><Relationship Id="rId5" Type="http://schemas.openxmlformats.org/officeDocument/2006/relationships/image" Target="../media/image37.jpeg"/><Relationship Id="rId4" Type="http://schemas.openxmlformats.org/officeDocument/2006/relationships/image" Target="../media/image36.jpe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1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F586D47-AB98-F350-D2F5-188FE781B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402" y="1576588"/>
            <a:ext cx="6370783" cy="3090851"/>
          </a:xfrm>
        </p:spPr>
        <p:txBody>
          <a:bodyPr/>
          <a:lstStyle/>
          <a:p>
            <a:r>
              <a:rPr lang="en-US" dirty="0"/>
              <a:t>FSM Irrigation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E9914B3-062E-D9BA-AAD4-445CF26B33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56402" y="4667440"/>
            <a:ext cx="3936800" cy="468312"/>
          </a:xfrm>
        </p:spPr>
        <p:txBody>
          <a:bodyPr/>
          <a:lstStyle/>
          <a:p>
            <a:r>
              <a:rPr lang="en-US" dirty="0"/>
              <a:t>May 15, 2026</a:t>
            </a:r>
          </a:p>
        </p:txBody>
      </p:sp>
    </p:spTree>
    <p:extLst>
      <p:ext uri="{BB962C8B-B14F-4D97-AF65-F5344CB8AC3E}">
        <p14:creationId xmlns:p14="http://schemas.microsoft.com/office/powerpoint/2010/main" val="933453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B5128B-1CEE-97B8-3358-213D72EC9C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Topic on Landscape Services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18AD7B6-2B8B-4183-6CE3-D60BE1B78CB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Brief description of topic 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17276FE-E36C-4383-9206-7AF7470448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108940" y="1588951"/>
            <a:ext cx="4754063" cy="355482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2B08731-410F-AA52-F222-DE6660FD03D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108940" y="1868309"/>
            <a:ext cx="4754063" cy="292388"/>
          </a:xfrm>
        </p:spPr>
        <p:txBody>
          <a:bodyPr/>
          <a:lstStyle/>
          <a:p>
            <a:r>
              <a:rPr lang="en-US"/>
              <a:t>Brief description of topic 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49BB6B8-4355-B60F-E6C4-1739FB0BFAD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05940F-C39B-8FF8-C800-E3989F3BEC7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08940" y="2870021"/>
            <a:ext cx="4754063" cy="292388"/>
          </a:xfrm>
        </p:spPr>
        <p:txBody>
          <a:bodyPr/>
          <a:lstStyle/>
          <a:p>
            <a:r>
              <a:rPr lang="en-US"/>
              <a:t>Brief description of topic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471695-7541-26A4-04F6-D791B5FF5F1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108940" y="3601436"/>
            <a:ext cx="4754063" cy="355482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838A061-7AB0-0978-63F6-FF64E0DAD43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108940" y="3880794"/>
            <a:ext cx="4754063" cy="292388"/>
          </a:xfrm>
        </p:spPr>
        <p:txBody>
          <a:bodyPr/>
          <a:lstStyle/>
          <a:p>
            <a:r>
              <a:rPr lang="en-US"/>
              <a:t>Brief description of topic 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FB158D2-30E6-1905-B2E9-0AC3337066A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08940" y="4598582"/>
            <a:ext cx="4754063" cy="355482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0911DA8-169C-6D2A-74B5-32A59A345C0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108940" y="4877940"/>
            <a:ext cx="4754063" cy="292388"/>
          </a:xfrm>
        </p:spPr>
        <p:txBody>
          <a:bodyPr/>
          <a:lstStyle/>
          <a:p>
            <a:r>
              <a:rPr lang="en-US"/>
              <a:t>Brief description of topic 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FCE3E8A-F7F3-C153-786A-8F789670DDC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108940" y="5622941"/>
            <a:ext cx="4754063" cy="355482"/>
          </a:xfrm>
        </p:spPr>
        <p:txBody>
          <a:bodyPr/>
          <a:lstStyle/>
          <a:p>
            <a:r>
              <a:rPr lang="en-US"/>
              <a:t>Topic on Landscape Services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05C57AF-792F-9DCB-79F4-4B5067F9301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108940" y="5902299"/>
            <a:ext cx="4754063" cy="292388"/>
          </a:xfrm>
        </p:spPr>
        <p:txBody>
          <a:bodyPr/>
          <a:lstStyle/>
          <a:p>
            <a:r>
              <a:rPr lang="en-US"/>
              <a:t>Brief description of topic </a:t>
            </a:r>
          </a:p>
        </p:txBody>
      </p:sp>
      <p:pic>
        <p:nvPicPr>
          <p:cNvPr id="25" name="Picture Placeholder 24">
            <a:extLst>
              <a:ext uri="{FF2B5EF4-FFF2-40B4-BE49-F238E27FC236}">
                <a16:creationId xmlns:a16="http://schemas.microsoft.com/office/drawing/2014/main" id="{E82E9DFF-632B-6DCF-DA60-CDB58142265E}"/>
              </a:ext>
            </a:extLst>
          </p:cNvPr>
          <p:cNvPicPr>
            <a:picLocks noGrp="1" noChangeAspect="1"/>
          </p:cNvPicPr>
          <p:nvPr>
            <p:ph type="pic" sz="quarter" idx="32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22B798C-DCAF-0DBC-BE45-52879C5F553A}"/>
              </a:ext>
            </a:extLst>
          </p:cNvPr>
          <p:cNvSpPr/>
          <p:nvPr/>
        </p:nvSpPr>
        <p:spPr>
          <a:xfrm>
            <a:off x="2032001" y="533214"/>
            <a:ext cx="655782" cy="6557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F74CF0-DFF1-3580-2ED0-3C34B3E6BD43}"/>
              </a:ext>
            </a:extLst>
          </p:cNvPr>
          <p:cNvSpPr/>
          <p:nvPr/>
        </p:nvSpPr>
        <p:spPr>
          <a:xfrm>
            <a:off x="2032001" y="1540418"/>
            <a:ext cx="655782" cy="65578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98FD9E-5D69-7310-A50A-DFDBDFB2FF0E}"/>
              </a:ext>
            </a:extLst>
          </p:cNvPr>
          <p:cNvSpPr/>
          <p:nvPr/>
        </p:nvSpPr>
        <p:spPr>
          <a:xfrm>
            <a:off x="2032001" y="2547622"/>
            <a:ext cx="655782" cy="65578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3FB137A-F323-7335-6AB4-BB614CE1274C}"/>
              </a:ext>
            </a:extLst>
          </p:cNvPr>
          <p:cNvSpPr/>
          <p:nvPr/>
        </p:nvSpPr>
        <p:spPr>
          <a:xfrm>
            <a:off x="2032001" y="3554826"/>
            <a:ext cx="655782" cy="655782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911FEB9-B36D-DF80-1E03-592252381F96}"/>
              </a:ext>
            </a:extLst>
          </p:cNvPr>
          <p:cNvSpPr/>
          <p:nvPr/>
        </p:nvSpPr>
        <p:spPr>
          <a:xfrm>
            <a:off x="2032001" y="4562030"/>
            <a:ext cx="655782" cy="655782"/>
          </a:xfrm>
          <a:prstGeom prst="rect">
            <a:avLst/>
          </a:prstGeom>
          <a:solidFill>
            <a:srgbClr val="1827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56BB08C-B03C-5FCA-5605-89DF2DA03F1B}"/>
              </a:ext>
            </a:extLst>
          </p:cNvPr>
          <p:cNvSpPr/>
          <p:nvPr/>
        </p:nvSpPr>
        <p:spPr>
          <a:xfrm>
            <a:off x="2032002" y="5569234"/>
            <a:ext cx="655782" cy="65578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9A108119-655C-1C0F-2B68-6378EB3EDD0F}"/>
              </a:ext>
            </a:extLst>
          </p:cNvPr>
          <p:cNvSpPr txBox="1">
            <a:spLocks/>
          </p:cNvSpPr>
          <p:nvPr/>
        </p:nvSpPr>
        <p:spPr>
          <a:xfrm>
            <a:off x="2032000" y="588166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1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91AA30AB-07B7-77FE-721E-C9965127DD03}"/>
              </a:ext>
            </a:extLst>
          </p:cNvPr>
          <p:cNvSpPr txBox="1">
            <a:spLocks/>
          </p:cNvSpPr>
          <p:nvPr/>
        </p:nvSpPr>
        <p:spPr>
          <a:xfrm>
            <a:off x="2032002" y="1599844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2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128A83F0-C02B-2C74-6832-271156EBFD39}"/>
              </a:ext>
            </a:extLst>
          </p:cNvPr>
          <p:cNvSpPr txBox="1">
            <a:spLocks/>
          </p:cNvSpPr>
          <p:nvPr/>
        </p:nvSpPr>
        <p:spPr>
          <a:xfrm>
            <a:off x="2032002" y="2601623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3</a:t>
            </a: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98E6E1B1-490E-823D-D1AA-5825A6D0E358}"/>
              </a:ext>
            </a:extLst>
          </p:cNvPr>
          <p:cNvSpPr txBox="1">
            <a:spLocks/>
          </p:cNvSpPr>
          <p:nvPr/>
        </p:nvSpPr>
        <p:spPr>
          <a:xfrm>
            <a:off x="2032002" y="3621264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4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A1DA768C-2757-AE9C-4ADB-F93734668F09}"/>
              </a:ext>
            </a:extLst>
          </p:cNvPr>
          <p:cNvSpPr txBox="1">
            <a:spLocks/>
          </p:cNvSpPr>
          <p:nvPr/>
        </p:nvSpPr>
        <p:spPr>
          <a:xfrm>
            <a:off x="2032002" y="4626881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5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AD4E244B-8607-6EF4-46E1-D5068E002D64}"/>
              </a:ext>
            </a:extLst>
          </p:cNvPr>
          <p:cNvSpPr txBox="1">
            <a:spLocks/>
          </p:cNvSpPr>
          <p:nvPr/>
        </p:nvSpPr>
        <p:spPr>
          <a:xfrm>
            <a:off x="2032002" y="5622941"/>
            <a:ext cx="655782" cy="5909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 algn="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lang="en-US" sz="36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080157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A9550-3875-4D53-C041-90EA26273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Asset Hierarchy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1F5D1D1F-F750-A502-218A-658A232443B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F2D12D-0652-8B26-CD0A-DDE0DF67733F}"/>
              </a:ext>
            </a:extLst>
          </p:cNvPr>
          <p:cNvSpPr txBox="1"/>
          <p:nvPr/>
        </p:nvSpPr>
        <p:spPr>
          <a:xfrm>
            <a:off x="2581835" y="1074159"/>
            <a:ext cx="8373036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OCR A Extended" panose="02010509020102010303" pitchFamily="50" charset="0"/>
              </a:rPr>
              <a:t>Account / Property</a:t>
            </a:r>
          </a:p>
          <a:p>
            <a:r>
              <a:rPr lang="en-US" sz="2400" dirty="0">
                <a:latin typeface="OCR A Extended" panose="02010509020102010303" pitchFamily="50" charset="0"/>
              </a:rPr>
              <a:t>└── System (optional)</a:t>
            </a:r>
          </a:p>
          <a:p>
            <a:r>
              <a:rPr lang="en-US" sz="2400" dirty="0">
                <a:latin typeface="OCR A Extended" panose="02010509020102010303" pitchFamily="50" charset="0"/>
              </a:rPr>
              <a:t>    ├── Controller</a:t>
            </a:r>
          </a:p>
          <a:p>
            <a:r>
              <a:rPr lang="en-US" sz="2400" dirty="0">
                <a:latin typeface="OCR A Extended" panose="02010509020102010303" pitchFamily="50" charset="0"/>
              </a:rPr>
              <a:t>         ├── Irrigation Program</a:t>
            </a:r>
          </a:p>
          <a:p>
            <a:r>
              <a:rPr lang="en-US" sz="2400" dirty="0">
                <a:latin typeface="OCR A Extended" panose="02010509020102010303" pitchFamily="50" charset="0"/>
              </a:rPr>
              <a:t>         ├── Zone 1</a:t>
            </a:r>
          </a:p>
          <a:p>
            <a:r>
              <a:rPr lang="en-US" sz="2400" dirty="0">
                <a:latin typeface="OCR A Extended" panose="02010509020102010303" pitchFamily="50" charset="0"/>
              </a:rPr>
              <a:t>           ├── Valve</a:t>
            </a:r>
          </a:p>
          <a:p>
            <a:r>
              <a:rPr lang="en-US" sz="2400" dirty="0">
                <a:latin typeface="OCR A Extended" panose="02010509020102010303" pitchFamily="50" charset="0"/>
              </a:rPr>
              <a:t>           ├── Head - Rotor</a:t>
            </a:r>
          </a:p>
          <a:p>
            <a:r>
              <a:rPr lang="en-US" sz="2400" dirty="0">
                <a:latin typeface="OCR A Extended" panose="02010509020102010303" pitchFamily="50" charset="0"/>
              </a:rPr>
              <a:t>           ├── Head - Spray</a:t>
            </a:r>
          </a:p>
          <a:p>
            <a:r>
              <a:rPr lang="en-US" sz="2400" dirty="0">
                <a:latin typeface="OCR A Extended" panose="02010509020102010303" pitchFamily="50" charset="0"/>
              </a:rPr>
              <a:t>           └── Drip</a:t>
            </a:r>
          </a:p>
          <a:p>
            <a:r>
              <a:rPr lang="en-US" sz="2400" dirty="0">
                <a:latin typeface="OCR A Extended" panose="02010509020102010303" pitchFamily="50" charset="0"/>
              </a:rPr>
              <a:t>         └── Zone 2</a:t>
            </a:r>
          </a:p>
          <a:p>
            <a:r>
              <a:rPr lang="en-US" sz="2400" dirty="0">
                <a:latin typeface="OCR A Extended" panose="02010509020102010303" pitchFamily="50" charset="0"/>
              </a:rPr>
              <a:t>    ├── Pump</a:t>
            </a:r>
          </a:p>
          <a:p>
            <a:r>
              <a:rPr lang="en-US" sz="2400" dirty="0">
                <a:latin typeface="OCR A Extended" panose="02010509020102010303" pitchFamily="50" charset="0"/>
              </a:rPr>
              <a:t>    └── Backflow Preventer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9546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AC627-631A-BBDA-0280-E664B32E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3C7B1-CF2F-7519-794C-5BE5F8F00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Workflow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E143DE02-F2C3-5DFB-BEEF-1229397DDD3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3C46AB-B134-4481-19E1-8EC20030C03F}"/>
              </a:ext>
            </a:extLst>
          </p:cNvPr>
          <p:cNvSpPr txBox="1">
            <a:spLocks/>
          </p:cNvSpPr>
          <p:nvPr/>
        </p:nvSpPr>
        <p:spPr>
          <a:xfrm>
            <a:off x="912054" y="1253186"/>
            <a:ext cx="8411240" cy="4215285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Map</a:t>
            </a:r>
          </a:p>
          <a:p>
            <a:r>
              <a:rPr lang="en-US" dirty="0"/>
              <a:t>	Import KML</a:t>
            </a:r>
          </a:p>
          <a:p>
            <a:r>
              <a:rPr lang="en-US" dirty="0"/>
              <a:t>	Add components </a:t>
            </a:r>
            <a:r>
              <a:rPr lang="en-US"/>
              <a:t>(Desktop and Mobile)</a:t>
            </a:r>
            <a:endParaRPr lang="en-US" dirty="0"/>
          </a:p>
          <a:p>
            <a:r>
              <a:rPr lang="en-US" dirty="0"/>
              <a:t>Second bullet point </a:t>
            </a:r>
          </a:p>
          <a:p>
            <a:r>
              <a:rPr lang="en-US" dirty="0"/>
              <a:t>Third bullet point</a:t>
            </a:r>
          </a:p>
          <a:p>
            <a:r>
              <a:rPr lang="en-US" dirty="0"/>
              <a:t>Fourth bullet point</a:t>
            </a:r>
          </a:p>
        </p:txBody>
      </p:sp>
    </p:spTree>
    <p:extLst>
      <p:ext uri="{BB962C8B-B14F-4D97-AF65-F5344CB8AC3E}">
        <p14:creationId xmlns:p14="http://schemas.microsoft.com/office/powerpoint/2010/main" val="4025640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74CDA-5828-20CA-0891-1B5E3A88B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CF3F2-034D-F818-68BF-CCE999997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Checklist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846BD0F4-FD29-0868-121D-1B24A796C05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812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32092-30B5-0666-6245-3BFBB000F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654B9-F58C-5B84-BDD7-17CDE24D2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Mobile Workflow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697FFA29-F2B9-394E-B64F-2358439F789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181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74B51-672B-B31E-E013-1DE8F29F4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19FAE-6CB3-8C85-3181-0FA2F9E94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Triggers and Actions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4BC87F8F-833A-FD15-437C-991C9E9881F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893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D170B0E-ED02-7858-41B1-48B2419B5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BF1C5DF-9919-A870-1AC4-1082CB8619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A918F-F6FF-77FE-2B93-555BBAB9EE2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073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Placeholder 15" descr="close up of royal agave flower">
            <a:extLst>
              <a:ext uri="{FF2B5EF4-FFF2-40B4-BE49-F238E27FC236}">
                <a16:creationId xmlns:a16="http://schemas.microsoft.com/office/drawing/2014/main" id="{803BF69D-953E-4C1D-A705-F76CACB08EB9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9EC20CF-BA1F-C70E-9386-1D3677AED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Nurturing Your Landscape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D379C-EE77-8F74-5DAC-7C7B942332A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 </a:t>
            </a:r>
            <a:r>
              <a:rPr lang="en-US" err="1"/>
              <a:t>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, </a:t>
            </a:r>
            <a:r>
              <a:rPr lang="en-US" err="1"/>
              <a:t>tet</a:t>
            </a:r>
            <a:r>
              <a:rPr lang="en-US"/>
              <a:t>,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mpossimenia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</a:t>
            </a:r>
            <a:r>
              <a:rPr lang="en-US" err="1"/>
              <a:t>veliquos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 </a:t>
            </a:r>
            <a:r>
              <a:rPr lang="en-US" err="1"/>
              <a:t>Deritaest</a:t>
            </a:r>
            <a:r>
              <a:rPr lang="en-US"/>
              <a:t>,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</a:t>
            </a:r>
            <a:r>
              <a:rPr lang="en-US"/>
              <a:t> as ant qui ape </a:t>
            </a:r>
            <a:r>
              <a:rPr lang="en-US" err="1"/>
              <a:t>volo</a:t>
            </a:r>
            <a:r>
              <a:rPr lang="en-US"/>
              <a:t> </a:t>
            </a:r>
            <a:r>
              <a:rPr lang="en-US" err="1"/>
              <a:t>mo</a:t>
            </a:r>
            <a:r>
              <a:rPr lang="en-US"/>
              <a:t> con </a:t>
            </a:r>
            <a:r>
              <a:rPr lang="en-US" err="1"/>
              <a:t>rescipit</a:t>
            </a:r>
            <a:r>
              <a:rPr lang="en-US"/>
              <a:t> </a:t>
            </a:r>
            <a:r>
              <a:rPr lang="en-US" err="1"/>
              <a:t>plique</a:t>
            </a:r>
            <a:r>
              <a:rPr lang="en-US"/>
              <a:t> </a:t>
            </a:r>
            <a:r>
              <a:rPr lang="en-US" err="1"/>
              <a:t>sustrum</a:t>
            </a:r>
            <a:r>
              <a:rPr lang="en-US"/>
              <a:t> </a:t>
            </a:r>
            <a:r>
              <a:rPr lang="en-US" err="1"/>
              <a:t>quas</a:t>
            </a:r>
            <a:r>
              <a:rPr lang="en-US"/>
              <a:t> </a:t>
            </a:r>
            <a:r>
              <a:rPr lang="en-US" err="1"/>
              <a:t>seditem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cus</a:t>
            </a:r>
            <a:r>
              <a:rPr lang="en-US"/>
              <a:t> </a:t>
            </a:r>
            <a:r>
              <a:rPr lang="en-US" err="1"/>
              <a:t>esequo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</a:t>
            </a:r>
            <a:r>
              <a:rPr lang="en-US" err="1"/>
              <a:t>dipieni</a:t>
            </a:r>
            <a:r>
              <a:rPr lang="en-US"/>
              <a:t> </a:t>
            </a:r>
            <a:r>
              <a:rPr lang="en-US" err="1"/>
              <a:t>taquam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1A691C-3D0E-6E83-91AC-EFC53013E1D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First bullet point </a:t>
            </a:r>
          </a:p>
          <a:p>
            <a:r>
              <a:rPr lang="en-US" dirty="0"/>
              <a:t>Second bullet point </a:t>
            </a:r>
          </a:p>
          <a:p>
            <a:r>
              <a:rPr lang="en-US" dirty="0"/>
              <a:t>Third bullet point</a:t>
            </a:r>
          </a:p>
          <a:p>
            <a:r>
              <a:rPr lang="en-US" dirty="0"/>
              <a:t>Fourth bullet point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E514F0-B911-0C9E-2543-45177619728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Fifth bullet point</a:t>
            </a:r>
          </a:p>
          <a:p>
            <a:r>
              <a:rPr lang="en-US" dirty="0"/>
              <a:t>Sixth bullet point</a:t>
            </a:r>
          </a:p>
          <a:p>
            <a:r>
              <a:rPr lang="en-US" dirty="0"/>
              <a:t>Seventh bullet point</a:t>
            </a:r>
          </a:p>
        </p:txBody>
      </p:sp>
    </p:spTree>
    <p:extLst>
      <p:ext uri="{BB962C8B-B14F-4D97-AF65-F5344CB8AC3E}">
        <p14:creationId xmlns:p14="http://schemas.microsoft.com/office/powerpoint/2010/main" val="3646085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B9DFBAE7-C67D-E32D-39F8-21984E509CCF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F896CC-2A77-0AB4-220D-4EF85485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4762E3-8EBB-5587-2084-3CCE73F404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FC34D9-1123-0F8D-D139-9499DAD4A3D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136E3A2-1EB1-6D7C-9433-2BCEE0CB166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794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DC90239-C4F6-209B-A732-C72330EA9D11}"/>
              </a:ext>
            </a:extLst>
          </p:cNvPr>
          <p:cNvSpPr/>
          <p:nvPr/>
        </p:nvSpPr>
        <p:spPr>
          <a:xfrm>
            <a:off x="4095615" y="1510932"/>
            <a:ext cx="832448" cy="83244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B2F7400-3D3E-EECA-6B08-B302876B917F}"/>
              </a:ext>
            </a:extLst>
          </p:cNvPr>
          <p:cNvSpPr/>
          <p:nvPr/>
        </p:nvSpPr>
        <p:spPr>
          <a:xfrm>
            <a:off x="4095615" y="2744108"/>
            <a:ext cx="832448" cy="8324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A146756-06A5-0C10-2CC2-5CD1EE1FD7E0}"/>
              </a:ext>
            </a:extLst>
          </p:cNvPr>
          <p:cNvSpPr/>
          <p:nvPr/>
        </p:nvSpPr>
        <p:spPr>
          <a:xfrm>
            <a:off x="4095615" y="3977284"/>
            <a:ext cx="832448" cy="8324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F670AB7-67D4-93BF-3032-2550A9A75D0C}"/>
              </a:ext>
            </a:extLst>
          </p:cNvPr>
          <p:cNvSpPr/>
          <p:nvPr/>
        </p:nvSpPr>
        <p:spPr>
          <a:xfrm>
            <a:off x="8096615" y="1514311"/>
            <a:ext cx="832448" cy="8324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6D18F04-EC17-5F00-A295-25483FC4AD74}"/>
              </a:ext>
            </a:extLst>
          </p:cNvPr>
          <p:cNvSpPr/>
          <p:nvPr/>
        </p:nvSpPr>
        <p:spPr>
          <a:xfrm>
            <a:off x="8096615" y="2747487"/>
            <a:ext cx="832448" cy="83244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7E58666-C12A-4792-9B5B-EA47DB9BDBC4}"/>
              </a:ext>
            </a:extLst>
          </p:cNvPr>
          <p:cNvSpPr/>
          <p:nvPr/>
        </p:nvSpPr>
        <p:spPr>
          <a:xfrm>
            <a:off x="8096615" y="3980663"/>
            <a:ext cx="832448" cy="832448"/>
          </a:xfrm>
          <a:prstGeom prst="ellipse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933949-4365-05DB-2656-9C30278715E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Mina </a:t>
            </a:r>
            <a:r>
              <a:rPr lang="en-US" err="1"/>
              <a:t>opeles</a:t>
            </a:r>
            <a:r>
              <a:rPr lang="en-US"/>
              <a:t> </a:t>
            </a:r>
            <a:r>
              <a:rPr lang="en-US" err="1"/>
              <a:t>eliqua</a:t>
            </a:r>
            <a:r>
              <a:rPr lang="en-US"/>
              <a:t> </a:t>
            </a:r>
            <a:r>
              <a:rPr lang="en-US" err="1"/>
              <a:t>verundias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etmoni</a:t>
            </a:r>
            <a:r>
              <a:rPr lang="en-US"/>
              <a:t>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 </a:t>
            </a:r>
            <a:r>
              <a:rPr lang="en-US" err="1"/>
              <a:t>fel</a:t>
            </a:r>
            <a:r>
              <a:rPr lang="en-US"/>
              <a:t>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mpossimenia</a:t>
            </a:r>
            <a:r>
              <a:rPr lang="en-US"/>
              <a:t> </a:t>
            </a:r>
            <a:r>
              <a:rPr lang="en-US" err="1"/>
              <a:t>valle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con </a:t>
            </a:r>
            <a:r>
              <a:rPr lang="en-US" err="1"/>
              <a:t>beliquos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  <a:p>
            <a:endParaRPr lang="en-US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B94F3F16-0F9E-3492-9711-1BE3BE8127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A5F99A95-5AA3-CE94-966A-F1F9BA70B34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>
                <a:solidFill>
                  <a:schemeClr val="accent5"/>
                </a:solidFill>
              </a:rPr>
              <a:t>Maintenance</a:t>
            </a:r>
          </a:p>
        </p:txBody>
      </p:sp>
      <p:sp>
        <p:nvSpPr>
          <p:cNvPr id="67" name="Text Placeholder 66">
            <a:extLst>
              <a:ext uri="{FF2B5EF4-FFF2-40B4-BE49-F238E27FC236}">
                <a16:creationId xmlns:a16="http://schemas.microsoft.com/office/drawing/2014/main" id="{853B53B1-E3DC-4837-7471-0E707493DE1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68" name="Text Placeholder 67">
            <a:extLst>
              <a:ext uri="{FF2B5EF4-FFF2-40B4-BE49-F238E27FC236}">
                <a16:creationId xmlns:a16="http://schemas.microsoft.com/office/drawing/2014/main" id="{2A3DAE0E-10B7-3C65-39BE-6F9085CF914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>
                <a:solidFill>
                  <a:schemeClr val="accent4"/>
                </a:solidFill>
              </a:rPr>
              <a:t>Development</a:t>
            </a:r>
          </a:p>
        </p:txBody>
      </p:sp>
      <p:sp>
        <p:nvSpPr>
          <p:cNvPr id="69" name="Text Placeholder 68">
            <a:extLst>
              <a:ext uri="{FF2B5EF4-FFF2-40B4-BE49-F238E27FC236}">
                <a16:creationId xmlns:a16="http://schemas.microsoft.com/office/drawing/2014/main" id="{761BE987-6D7A-EAE2-2152-F2AEB14725E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7336FE5B-2350-0836-B9E6-072655D3CC8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>
                <a:solidFill>
                  <a:schemeClr val="accent1"/>
                </a:solidFill>
              </a:rPr>
              <a:t>Water Management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EE0C1226-2305-FD94-91F0-5D23A58423F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CE62B1DA-A2F8-D650-439D-62FE4A57BFC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72" name="Text Placeholder 71">
            <a:extLst>
              <a:ext uri="{FF2B5EF4-FFF2-40B4-BE49-F238E27FC236}">
                <a16:creationId xmlns:a16="http://schemas.microsoft.com/office/drawing/2014/main" id="{01B64318-05A9-01A9-EA1B-5F1B1423148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en-US">
                <a:solidFill>
                  <a:schemeClr val="accent2"/>
                </a:solidFill>
              </a:rPr>
              <a:t>Tree Care</a:t>
            </a:r>
          </a:p>
        </p:txBody>
      </p:sp>
      <p:sp>
        <p:nvSpPr>
          <p:cNvPr id="73" name="Text Placeholder 72">
            <a:extLst>
              <a:ext uri="{FF2B5EF4-FFF2-40B4-BE49-F238E27FC236}">
                <a16:creationId xmlns:a16="http://schemas.microsoft.com/office/drawing/2014/main" id="{9035C357-1459-2272-3706-56E189D5F72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74" name="Text Placeholder 73">
            <a:extLst>
              <a:ext uri="{FF2B5EF4-FFF2-40B4-BE49-F238E27FC236}">
                <a16:creationId xmlns:a16="http://schemas.microsoft.com/office/drawing/2014/main" id="{DE200A0B-1569-BF28-5ECC-ECA078EB20F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/>
              <a:t>Sports Turf</a:t>
            </a:r>
          </a:p>
        </p:txBody>
      </p:sp>
      <p:sp>
        <p:nvSpPr>
          <p:cNvPr id="75" name="Text Placeholder 74">
            <a:extLst>
              <a:ext uri="{FF2B5EF4-FFF2-40B4-BE49-F238E27FC236}">
                <a16:creationId xmlns:a16="http://schemas.microsoft.com/office/drawing/2014/main" id="{DBEEAFC4-5477-0EBD-541F-569CB4381E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76" name="Text Placeholder 75">
            <a:extLst>
              <a:ext uri="{FF2B5EF4-FFF2-40B4-BE49-F238E27FC236}">
                <a16:creationId xmlns:a16="http://schemas.microsoft.com/office/drawing/2014/main" id="{24E5F2F5-59D1-5FDF-9EAD-733F53E5782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en-US">
                <a:solidFill>
                  <a:srgbClr val="0033A1"/>
                </a:solidFill>
              </a:rPr>
              <a:t>Golf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D1FCA2-BCA5-A786-2FA8-BCD741D5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Our Services</a:t>
            </a:r>
          </a:p>
        </p:txBody>
      </p:sp>
      <p:pic>
        <p:nvPicPr>
          <p:cNvPr id="80" name="Picture 79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73255EBE-921A-8557-1336-1F74D778048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74275" y="1593468"/>
            <a:ext cx="680811" cy="680811"/>
          </a:xfrm>
          <a:prstGeom prst="rect">
            <a:avLst/>
          </a:prstGeom>
        </p:spPr>
      </p:pic>
      <p:pic>
        <p:nvPicPr>
          <p:cNvPr id="81" name="Picture 80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F70C3490-ECF9-F572-C4B4-F5F1E0A3004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85161" y="2846231"/>
            <a:ext cx="680811" cy="680811"/>
          </a:xfrm>
          <a:prstGeom prst="rect">
            <a:avLst/>
          </a:prstGeom>
        </p:spPr>
      </p:pic>
      <p:pic>
        <p:nvPicPr>
          <p:cNvPr id="82" name="Picture 81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B4C92D85-C1D8-34FC-D0ED-2F21BE76708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74274" y="4056865"/>
            <a:ext cx="680811" cy="680811"/>
          </a:xfrm>
          <a:prstGeom prst="rect">
            <a:avLst/>
          </a:prstGeom>
        </p:spPr>
      </p:pic>
      <p:pic>
        <p:nvPicPr>
          <p:cNvPr id="83" name="Picture 82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00B2E748-84CE-D107-97D3-41688248363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9333" y="1582581"/>
            <a:ext cx="680811" cy="680811"/>
          </a:xfrm>
          <a:prstGeom prst="rect">
            <a:avLst/>
          </a:prstGeom>
        </p:spPr>
      </p:pic>
      <p:pic>
        <p:nvPicPr>
          <p:cNvPr id="84" name="Picture 83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C58C2D3C-3C7A-0520-A1B5-433716B2731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58940" y="2813572"/>
            <a:ext cx="680811" cy="680811"/>
          </a:xfrm>
          <a:prstGeom prst="rect">
            <a:avLst/>
          </a:prstGeom>
        </p:spPr>
      </p:pic>
      <p:pic>
        <p:nvPicPr>
          <p:cNvPr id="85" name="Picture 84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475976CE-B00A-2F84-8F6D-8FABD2C30543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2529" y="4035093"/>
            <a:ext cx="680811" cy="680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742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104947C-2075-90D2-A0DB-CA0DF363E8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01EE2-DE2A-5C7D-1FB2-A67A48937D7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8D7891-2F78-8E83-36B1-A04F1872F94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C8B378-E382-CB3B-0A8A-518EAF9A237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817A555-A82D-5979-9AE0-90288A1C880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9769E7-1303-8EEA-1E7E-E74D050D61E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68E2FA7-04B0-2949-8142-0A311340FFB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8E5B65-C8BE-0515-81A5-9060F3ABE6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ABAA928-8DB7-8546-FE57-332F0F7A986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030FBE5-D8EF-1164-91D4-1486D59DA3E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708BBA6-8D75-874A-376B-1C878875FA9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1AA76AC-5B82-79F5-8928-EF698FFCAFC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8B838C-25C6-9A21-89A8-4A078149AED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C7A45DC-BA79-F71C-4991-95DEA778A3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2FBC64E-65D8-593C-0495-AD0567F3E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871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EAE89-5979-720A-E356-A7A292810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/>
              <a:t>Picking the Right Plants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4EF7AB-6806-E683-7D40-69A7968514A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8B83F7-6A95-DB2C-3135-70D65FAC298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/>
              <a:t>Add some additional information here like photo captions or a specific call out. </a:t>
            </a:r>
          </a:p>
        </p:txBody>
      </p:sp>
      <p:pic>
        <p:nvPicPr>
          <p:cNvPr id="13" name="Picture Placeholder 12" descr="Close-up of a fan palm leaf&#10;&#10;AI-generated content may be incorrect.">
            <a:extLst>
              <a:ext uri="{FF2B5EF4-FFF2-40B4-BE49-F238E27FC236}">
                <a16:creationId xmlns:a16="http://schemas.microsoft.com/office/drawing/2014/main" id="{030D0EC1-6347-BC82-295B-3414757C382C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7" name="Picture Placeholder 16" descr="A close up of a plant&#10;&#10;AI-generated content may be incorrect.">
            <a:extLst>
              <a:ext uri="{FF2B5EF4-FFF2-40B4-BE49-F238E27FC236}">
                <a16:creationId xmlns:a16="http://schemas.microsoft.com/office/drawing/2014/main" id="{3D1F3669-DD64-B2E9-B41C-891BCADC4C2C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22" name="Picture Placeholder 21" descr="A close up of a flower&#10;&#10;AI-generated content may be incorrect.">
            <a:extLst>
              <a:ext uri="{FF2B5EF4-FFF2-40B4-BE49-F238E27FC236}">
                <a16:creationId xmlns:a16="http://schemas.microsoft.com/office/drawing/2014/main" id="{56CEB408-D32D-17C6-142D-E5C901C29832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5600C5B-A9B7-9D91-F7EC-7754216AE0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2431" y="3665203"/>
            <a:ext cx="3207931" cy="1734533"/>
          </a:xfrm>
        </p:spPr>
        <p:txBody>
          <a:bodyPr>
            <a:normAutofit/>
          </a:bodyPr>
          <a:lstStyle/>
          <a:p>
            <a:r>
              <a:rPr lang="en-US"/>
              <a:t>First bullet point</a:t>
            </a:r>
          </a:p>
          <a:p>
            <a:r>
              <a:rPr lang="en-US"/>
              <a:t>Second bullet point</a:t>
            </a:r>
          </a:p>
          <a:p>
            <a:r>
              <a:rPr lang="en-US"/>
              <a:t>Third bullet point</a:t>
            </a:r>
          </a:p>
          <a:p>
            <a:r>
              <a:rPr lang="en-US"/>
              <a:t>Fourth bullet point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2129F22F-9FEE-F39E-1621-7AE354BD9E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21" name="Picture Placeholder 25">
            <a:extLst>
              <a:ext uri="{FF2B5EF4-FFF2-40B4-BE49-F238E27FC236}">
                <a16:creationId xmlns:a16="http://schemas.microsoft.com/office/drawing/2014/main" id="{C0214559-8C0E-0D5A-1962-25C6D3CFC0A1}"/>
              </a:ext>
            </a:extLst>
          </p:cNvPr>
          <p:cNvSpPr txBox="1">
            <a:spLocks/>
          </p:cNvSpPr>
          <p:nvPr/>
        </p:nvSpPr>
        <p:spPr>
          <a:xfrm>
            <a:off x="6415619" y="2456553"/>
            <a:ext cx="3095866" cy="2228317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2027456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28BAD22-3C7D-CE11-0EF5-E0364F613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2D18650-BD86-4876-90B6-4E8E6A5806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845F2FE-A846-D474-057C-0D97C831262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F3D724DF-59B1-15D2-CEF9-6EDFC5D6CB7C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9E6CAB84-D1F4-FC29-DE11-7150853D7460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ABA261B-0D77-5B5C-DAED-C7805446565C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D0847C3-13AD-D4E5-0DD8-290A4259BE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3E9D7A-5FE4-5DE7-C48A-A39EB917287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2424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75BDE10B-6043-C696-2A98-2DAD177A55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7695" y="2808020"/>
            <a:ext cx="1816630" cy="293798"/>
          </a:xfrm>
        </p:spPr>
        <p:txBody>
          <a:bodyPr/>
          <a:lstStyle/>
          <a:p>
            <a:r>
              <a:rPr lang="en-US"/>
              <a:t>Jane Doe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ED2C95AF-71AC-6281-E236-CE33F3A8120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17695" y="3064445"/>
            <a:ext cx="1816630" cy="293798"/>
          </a:xfrm>
        </p:spPr>
        <p:txBody>
          <a:bodyPr/>
          <a:lstStyle/>
          <a:p>
            <a:r>
              <a:rPr lang="en-US"/>
              <a:t>Landscape Specialist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32AAE8-E241-9523-42E5-AC42DCF1896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989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6" name="Picture Placeholder 5" descr="Woman with red hair in green top">
            <a:extLst>
              <a:ext uri="{FF2B5EF4-FFF2-40B4-BE49-F238E27FC236}">
                <a16:creationId xmlns:a16="http://schemas.microsoft.com/office/drawing/2014/main" id="{A621C787-039A-DD15-8138-F872927325D2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02312" y="819234"/>
            <a:ext cx="1847396" cy="1845713"/>
          </a:xfrm>
        </p:spPr>
      </p:pic>
      <p:sp>
        <p:nvSpPr>
          <p:cNvPr id="150" name="Text Placeholder 149">
            <a:extLst>
              <a:ext uri="{FF2B5EF4-FFF2-40B4-BE49-F238E27FC236}">
                <a16:creationId xmlns:a16="http://schemas.microsoft.com/office/drawing/2014/main" id="{BC26F3C3-C537-3825-4CBA-D0E2AC0914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02312" y="3667883"/>
            <a:ext cx="1847396" cy="2208506"/>
          </a:xfrm>
        </p:spPr>
        <p:txBody>
          <a:bodyPr/>
          <a:lstStyle/>
          <a:p>
            <a:r>
              <a:rPr lang="en-US"/>
              <a:t>Mina </a:t>
            </a:r>
            <a:r>
              <a:rPr lang="en-US" err="1"/>
              <a:t>opeles</a:t>
            </a:r>
            <a:r>
              <a:rPr lang="en-US"/>
              <a:t> </a:t>
            </a:r>
            <a:r>
              <a:rPr lang="en-US" err="1"/>
              <a:t>eliqua</a:t>
            </a:r>
            <a:r>
              <a:rPr lang="en-US"/>
              <a:t> </a:t>
            </a:r>
            <a:r>
              <a:rPr lang="en-US" err="1"/>
              <a:t>verundias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etmoni</a:t>
            </a:r>
            <a:r>
              <a:rPr lang="en-US"/>
              <a:t>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 </a:t>
            </a:r>
            <a:r>
              <a:rPr lang="en-US" err="1"/>
              <a:t>fel</a:t>
            </a:r>
            <a:r>
              <a:rPr lang="en-US"/>
              <a:t>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mpossimenia</a:t>
            </a:r>
            <a:r>
              <a:rPr lang="en-US"/>
              <a:t> </a:t>
            </a:r>
            <a:r>
              <a:rPr lang="en-US" err="1"/>
              <a:t>valle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con </a:t>
            </a:r>
            <a:r>
              <a:rPr lang="en-US" err="1"/>
              <a:t>beliquos</a:t>
            </a:r>
            <a:r>
              <a:rPr lang="en-US"/>
              <a:t> </a:t>
            </a:r>
            <a:r>
              <a:rPr lang="en-US" err="1"/>
              <a:t>fasane</a:t>
            </a:r>
            <a:r>
              <a:rPr lang="en-US"/>
              <a:t>.</a:t>
            </a:r>
          </a:p>
          <a:p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263445BA-DDAF-400E-9622-EA8FBE6532BD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6954025" y="2808020"/>
            <a:ext cx="1816630" cy="293798"/>
          </a:xfrm>
        </p:spPr>
        <p:txBody>
          <a:bodyPr/>
          <a:lstStyle/>
          <a:p>
            <a:r>
              <a:rPr lang="en-US"/>
              <a:t>Jason Andrews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2FFC57E8-DB0D-557B-2EF9-3D2AF6FFA607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6954025" y="3064445"/>
            <a:ext cx="1816630" cy="293798"/>
          </a:xfrm>
        </p:spPr>
        <p:txBody>
          <a:bodyPr/>
          <a:lstStyle/>
          <a:p>
            <a:r>
              <a:rPr lang="en-US"/>
              <a:t>Landscape Specialist</a:t>
            </a:r>
          </a:p>
        </p:txBody>
      </p:sp>
      <p:pic>
        <p:nvPicPr>
          <p:cNvPr id="120" name="Picture Placeholder 119" descr="Young man with freckles">
            <a:extLst>
              <a:ext uri="{FF2B5EF4-FFF2-40B4-BE49-F238E27FC236}">
                <a16:creationId xmlns:a16="http://schemas.microsoft.com/office/drawing/2014/main" id="{A7AD7B35-0968-9050-4D41-850A29426BB6}"/>
              </a:ext>
            </a:extLst>
          </p:cNvPr>
          <p:cNvPicPr>
            <a:picLocks noGrp="1" noChangeAspect="1"/>
          </p:cNvPicPr>
          <p:nvPr>
            <p:ph type="pic" sz="quarter" idx="49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38963" y="819150"/>
            <a:ext cx="1847850" cy="1846263"/>
          </a:xfrm>
        </p:spPr>
      </p:pic>
      <p:sp>
        <p:nvSpPr>
          <p:cNvPr id="187" name="Text Placeholder 186">
            <a:extLst>
              <a:ext uri="{FF2B5EF4-FFF2-40B4-BE49-F238E27FC236}">
                <a16:creationId xmlns:a16="http://schemas.microsoft.com/office/drawing/2014/main" id="{B107D964-64E2-2D4F-A9B0-7DEB2F96ECCD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6938642" y="3667883"/>
            <a:ext cx="1847396" cy="2208506"/>
          </a:xfrm>
        </p:spPr>
        <p:txBody>
          <a:bodyPr/>
          <a:lstStyle/>
          <a:p>
            <a:r>
              <a:rPr lang="en-US"/>
              <a:t>Mina </a:t>
            </a:r>
            <a:r>
              <a:rPr lang="en-US" err="1"/>
              <a:t>opeles</a:t>
            </a:r>
            <a:r>
              <a:rPr lang="en-US"/>
              <a:t> </a:t>
            </a:r>
            <a:r>
              <a:rPr lang="en-US" err="1"/>
              <a:t>eliqua</a:t>
            </a:r>
            <a:r>
              <a:rPr lang="en-US"/>
              <a:t> </a:t>
            </a:r>
            <a:r>
              <a:rPr lang="en-US" err="1"/>
              <a:t>verundias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etmoni</a:t>
            </a:r>
            <a:r>
              <a:rPr lang="en-US"/>
              <a:t>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 </a:t>
            </a:r>
            <a:r>
              <a:rPr lang="en-US" err="1"/>
              <a:t>fel</a:t>
            </a:r>
            <a:r>
              <a:rPr lang="en-US"/>
              <a:t>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mpossimenia</a:t>
            </a:r>
            <a:r>
              <a:rPr lang="en-US"/>
              <a:t> </a:t>
            </a:r>
            <a:r>
              <a:rPr lang="en-US" err="1"/>
              <a:t>valle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con </a:t>
            </a:r>
            <a:r>
              <a:rPr lang="en-US" err="1"/>
              <a:t>beliquos</a:t>
            </a:r>
            <a:r>
              <a:rPr lang="en-US"/>
              <a:t> </a:t>
            </a:r>
            <a:r>
              <a:rPr lang="en-US" err="1"/>
              <a:t>fasane</a:t>
            </a:r>
            <a:r>
              <a:rPr lang="en-US"/>
              <a:t>.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0F26E920-214B-7104-5C71-9D83A817E36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9571013" y="2808022"/>
            <a:ext cx="1816630" cy="293798"/>
          </a:xfrm>
        </p:spPr>
        <p:txBody>
          <a:bodyPr/>
          <a:lstStyle/>
          <a:p>
            <a:r>
              <a:rPr lang="en-US"/>
              <a:t>Miguel Fuentes</a:t>
            </a:r>
          </a:p>
        </p:txBody>
      </p:sp>
      <p:sp>
        <p:nvSpPr>
          <p:cNvPr id="115" name="Text Placeholder 114">
            <a:extLst>
              <a:ext uri="{FF2B5EF4-FFF2-40B4-BE49-F238E27FC236}">
                <a16:creationId xmlns:a16="http://schemas.microsoft.com/office/drawing/2014/main" id="{522022DA-46CB-9149-C9B5-0AC3053CE87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571013" y="3064447"/>
            <a:ext cx="1816630" cy="293798"/>
          </a:xfrm>
        </p:spPr>
        <p:txBody>
          <a:bodyPr/>
          <a:lstStyle/>
          <a:p>
            <a:r>
              <a:rPr lang="en-US"/>
              <a:t>Arborist</a:t>
            </a:r>
          </a:p>
        </p:txBody>
      </p:sp>
      <p:pic>
        <p:nvPicPr>
          <p:cNvPr id="122" name="Picture Placeholder 121" descr="Man in checkered shirt">
            <a:extLst>
              <a:ext uri="{FF2B5EF4-FFF2-40B4-BE49-F238E27FC236}">
                <a16:creationId xmlns:a16="http://schemas.microsoft.com/office/drawing/2014/main" id="{DE5A1DE8-0DF6-B2A5-ED2A-F5AA871E6C9E}"/>
              </a:ext>
            </a:extLst>
          </p:cNvPr>
          <p:cNvPicPr>
            <a:picLocks noGrp="1" noChangeAspect="1"/>
          </p:cNvPicPr>
          <p:nvPr>
            <p:ph type="pic" sz="quarter" idx="53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55163" y="819150"/>
            <a:ext cx="1847850" cy="1846263"/>
          </a:xfrm>
        </p:spPr>
      </p:pic>
      <p:sp>
        <p:nvSpPr>
          <p:cNvPr id="188" name="Text Placeholder 187">
            <a:extLst>
              <a:ext uri="{FF2B5EF4-FFF2-40B4-BE49-F238E27FC236}">
                <a16:creationId xmlns:a16="http://schemas.microsoft.com/office/drawing/2014/main" id="{8E69E6F3-327F-837C-7AC8-8FE082BEDC5F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9555630" y="3667885"/>
            <a:ext cx="1847396" cy="2208506"/>
          </a:xfrm>
        </p:spPr>
        <p:txBody>
          <a:bodyPr/>
          <a:lstStyle/>
          <a:p>
            <a:r>
              <a:rPr lang="en-US"/>
              <a:t>Mina </a:t>
            </a:r>
            <a:r>
              <a:rPr lang="en-US" err="1"/>
              <a:t>opeles</a:t>
            </a:r>
            <a:r>
              <a:rPr lang="en-US"/>
              <a:t> </a:t>
            </a:r>
            <a:r>
              <a:rPr lang="en-US" err="1"/>
              <a:t>eliqua</a:t>
            </a:r>
            <a:r>
              <a:rPr lang="en-US"/>
              <a:t> </a:t>
            </a:r>
            <a:r>
              <a:rPr lang="en-US" err="1"/>
              <a:t>verundias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etmoni</a:t>
            </a:r>
            <a:r>
              <a:rPr lang="en-US"/>
              <a:t>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 </a:t>
            </a:r>
            <a:r>
              <a:rPr lang="en-US" err="1"/>
              <a:t>fel</a:t>
            </a:r>
            <a:r>
              <a:rPr lang="en-US"/>
              <a:t>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mpossimenia</a:t>
            </a:r>
            <a:r>
              <a:rPr lang="en-US"/>
              <a:t> </a:t>
            </a:r>
            <a:r>
              <a:rPr lang="en-US" err="1"/>
              <a:t>valle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con </a:t>
            </a:r>
            <a:r>
              <a:rPr lang="en-US" err="1"/>
              <a:t>beliquos</a:t>
            </a:r>
            <a:r>
              <a:rPr lang="en-US"/>
              <a:t> </a:t>
            </a:r>
            <a:r>
              <a:rPr lang="en-US" err="1"/>
              <a:t>fasane</a:t>
            </a:r>
            <a:r>
              <a:rPr lang="en-US"/>
              <a:t>.</a:t>
            </a:r>
          </a:p>
        </p:txBody>
      </p: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B2CEBAD3-6E28-B7DF-8979-EDCC9D3914D6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547688" y="2808287"/>
            <a:ext cx="2984500" cy="3068637"/>
          </a:xfrm>
        </p:spPr>
        <p:txBody>
          <a:bodyPr/>
          <a:lstStyle/>
          <a:p>
            <a:r>
              <a:rPr lang="en-US"/>
              <a:t>Some information about the team goes here.</a:t>
            </a:r>
          </a:p>
        </p:txBody>
      </p:sp>
      <p:sp>
        <p:nvSpPr>
          <p:cNvPr id="154" name="Title 153">
            <a:extLst>
              <a:ext uri="{FF2B5EF4-FFF2-40B4-BE49-F238E27FC236}">
                <a16:creationId xmlns:a16="http://schemas.microsoft.com/office/drawing/2014/main" id="{D8106CD9-083C-975F-E885-DA9AA843D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431" y="1221739"/>
            <a:ext cx="2984994" cy="553998"/>
          </a:xfrm>
        </p:spPr>
        <p:txBody>
          <a:bodyPr/>
          <a:lstStyle/>
          <a:p>
            <a:r>
              <a:rPr lang="en-US"/>
              <a:t>Meet Your BrightView Team</a:t>
            </a:r>
          </a:p>
        </p:txBody>
      </p:sp>
    </p:spTree>
    <p:extLst>
      <p:ext uri="{BB962C8B-B14F-4D97-AF65-F5344CB8AC3E}">
        <p14:creationId xmlns:p14="http://schemas.microsoft.com/office/powerpoint/2010/main" val="1864442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42B293-6E8D-C16D-FD2F-885B18161C9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EFBC8F-3D4C-9AC5-FF6F-4709F20187F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DF689-D0D8-A6DD-E86A-F848A9B506F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E6563C0-F286-44AF-BABC-ADCED399F289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C5A126-9075-F699-0BBD-BAB323F85BE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76AEC0A-4F7C-CBF2-9DE9-1989F22321F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1679AB3-C866-3B70-6FF0-B8FECCF795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6A8F392-3070-437A-7D32-6529A624FD19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FA36CA0-2892-64D9-B8C2-C70CF847D06F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A3F747A-693D-5307-E0DD-6087E9EA168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2A66461-08D9-F6D8-D7F8-A7297A1CD92B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73EFDDF-C674-FDD7-5591-CAC4ED731516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B72E854-9544-B528-A24E-F8EEA3287094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1B02FC8-6B5C-C3BB-55F2-F6417CA7F501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FAADA7-BC68-1ADE-66CC-2018E788E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35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2010ECA-4553-2A48-9C10-44F8413F158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/>
              <a:t>Topic 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4EABA-0CE0-FB6F-5719-C3075103F57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 </a:t>
            </a:r>
            <a:r>
              <a:rPr lang="en-US" err="1"/>
              <a:t>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endParaRPr lang="en-US"/>
          </a:p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73BCB0-076D-3C19-4E56-D1BD8A95259B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r>
              <a:rPr lang="en-US"/>
              <a:t>Topic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D224F5-4376-EF09-CF74-7F15A186BD46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 </a:t>
            </a:r>
            <a:r>
              <a:rPr lang="en-US" err="1"/>
              <a:t>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endParaRPr lang="en-US"/>
          </a:p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5629C91-C197-0D1B-B13B-1B30D00BFA8F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r>
              <a:rPr lang="en-US"/>
              <a:t>Topic 3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C0A837F-9A4A-5B18-22B6-FDCAE2A82BCB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 </a:t>
            </a:r>
            <a:r>
              <a:rPr lang="en-US" err="1"/>
              <a:t>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endParaRPr lang="en-US"/>
          </a:p>
          <a:p>
            <a:endParaRPr lang="en-US"/>
          </a:p>
        </p:txBody>
      </p:sp>
      <p:pic>
        <p:nvPicPr>
          <p:cNvPr id="87" name="Picture Placeholder 86" descr="A water sprinkler spraying water&#10;&#10;AI-generated content may be incorrect.">
            <a:extLst>
              <a:ext uri="{FF2B5EF4-FFF2-40B4-BE49-F238E27FC236}">
                <a16:creationId xmlns:a16="http://schemas.microsoft.com/office/drawing/2014/main" id="{5BD6C751-C765-B5C5-4A20-005A95D68B69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1625BF-743C-E67F-CC5D-95D47271EAD3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  <a:r>
              <a:rPr lang="en-US" err="1"/>
              <a:t>quenus</a:t>
            </a:r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131B523-DF2E-91F3-9314-F799E685F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Water Management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C776A7-F97D-FC86-5F30-82A67230D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65" name="Picture Placeholder 64" descr="A person working on a garden&#10;&#10;AI-generated content may be incorrect.">
            <a:extLst>
              <a:ext uri="{FF2B5EF4-FFF2-40B4-BE49-F238E27FC236}">
                <a16:creationId xmlns:a16="http://schemas.microsoft.com/office/drawing/2014/main" id="{7BA9709D-2526-E32F-82EA-AA333B2A92A3}"/>
              </a:ext>
            </a:extLst>
          </p:cNvPr>
          <p:cNvPicPr>
            <a:picLocks noGrp="1" noChangeAspect="1"/>
          </p:cNvPicPr>
          <p:nvPr>
            <p:ph type="pic" sz="quarter" idx="5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91" name="Picture Placeholder 90" descr="A hand touching a tablet&#10;&#10;AI-generated content may be incorrect.">
            <a:extLst>
              <a:ext uri="{FF2B5EF4-FFF2-40B4-BE49-F238E27FC236}">
                <a16:creationId xmlns:a16="http://schemas.microsoft.com/office/drawing/2014/main" id="{1F7B9CA6-953F-C5B3-7322-CFF77F0184C5}"/>
              </a:ext>
            </a:extLst>
          </p:cNvPr>
          <p:cNvPicPr>
            <a:picLocks noGrp="1" noChangeAspect="1"/>
          </p:cNvPicPr>
          <p:nvPr>
            <p:ph type="pic" sz="quarter" idx="55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31149015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31ECEA-A99F-D129-AC80-6D40F1324F7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75BD74-59C8-E058-ED67-EA7F67815D9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ED3C721-B921-0629-76E7-4DD725C3D0D3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BBD289A-5918-C292-70B2-1721B1C8D8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7518394-5437-AFE1-C4F3-34E4BCF1FBC6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256D042-127B-2556-4C73-CF10F820D00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746C5AF-8170-268D-5EDF-8EB3B71E832E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5B1FD24-967E-77A1-1B7D-66FAD7A59AF0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B8B2B5-86FB-DE3E-8046-4BDA9A93A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86CA31A-E312-05F4-75FB-E1691D7A9D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A73510E-7D7D-7F04-8D03-4F4ADF3FFA3E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D0D0AC5-2693-EF32-DE78-52193DE85263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71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EB3A7A-D1A6-99D1-4A21-91F656B3E70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Topic 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54CBB-5D4F-D9D9-FB50-4EF5CE11992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7DDDB5-A66D-EE52-DEB9-BD1DF645F08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n-US"/>
              <a:t>Topic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76D6A4-A4E7-1F0F-609F-AD075A3E784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B84AF1-2D3A-B095-4A55-58B02804896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/>
              <a:t>Topic 3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D2D97-E905-1CDF-A3EE-8D7DC9CA173D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436F497-6159-80B4-D71A-964EDE109E2D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en-US"/>
              <a:t>Topic 4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A644C7E-0E84-5920-5BB5-BF2EC160FF7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D36D835-978D-5C48-CFEE-F929CA52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Adding Color to Your Landscape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A594CBD-7A52-4082-2591-3627C6201EC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19</a:t>
            </a:fld>
            <a:endParaRPr lang="en-US"/>
          </a:p>
        </p:txBody>
      </p:sp>
      <p:pic>
        <p:nvPicPr>
          <p:cNvPr id="20" name="Picture Placeholder 19" descr="A garden with a bench and a path&#10;&#10;AI-generated content may be incorrect.">
            <a:extLst>
              <a:ext uri="{FF2B5EF4-FFF2-40B4-BE49-F238E27FC236}">
                <a16:creationId xmlns:a16="http://schemas.microsoft.com/office/drawing/2014/main" id="{952DEB29-0A26-DDB7-F30B-882E8D70B474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3" name="Picture 12" descr="A blue flower with leaves and circles&#10;&#10;AI-generated content may be incorrect.">
            <a:extLst>
              <a:ext uri="{FF2B5EF4-FFF2-40B4-BE49-F238E27FC236}">
                <a16:creationId xmlns:a16="http://schemas.microsoft.com/office/drawing/2014/main" id="{D68BD710-94CC-32D1-9BEA-7F4DFD1076C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27200" y="1526203"/>
            <a:ext cx="643987" cy="615554"/>
          </a:xfrm>
          <a:prstGeom prst="rect">
            <a:avLst/>
          </a:prstGeom>
        </p:spPr>
      </p:pic>
      <p:pic>
        <p:nvPicPr>
          <p:cNvPr id="14" name="Picture 13" descr="A blue flower with leaves and circles&#10;&#10;AI-generated content may be incorrect.">
            <a:extLst>
              <a:ext uri="{FF2B5EF4-FFF2-40B4-BE49-F238E27FC236}">
                <a16:creationId xmlns:a16="http://schemas.microsoft.com/office/drawing/2014/main" id="{3B92C8B3-54FF-2459-35D0-6092A2FEF9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1539" y="2899270"/>
            <a:ext cx="643987" cy="615554"/>
          </a:xfrm>
          <a:prstGeom prst="rect">
            <a:avLst/>
          </a:prstGeom>
        </p:spPr>
      </p:pic>
      <p:pic>
        <p:nvPicPr>
          <p:cNvPr id="15" name="Picture 14" descr="A blue flower with leaves and circles&#10;&#10;AI-generated content may be incorrect.">
            <a:extLst>
              <a:ext uri="{FF2B5EF4-FFF2-40B4-BE49-F238E27FC236}">
                <a16:creationId xmlns:a16="http://schemas.microsoft.com/office/drawing/2014/main" id="{A558ED74-CEAC-9C30-724E-FF28779C87D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97833" y="4282065"/>
            <a:ext cx="643987" cy="615554"/>
          </a:xfrm>
          <a:prstGeom prst="rect">
            <a:avLst/>
          </a:prstGeom>
        </p:spPr>
      </p:pic>
      <p:pic>
        <p:nvPicPr>
          <p:cNvPr id="16" name="Picture 15" descr="A blue flower with leaves and circles&#10;&#10;AI-generated content may be incorrect.">
            <a:extLst>
              <a:ext uri="{FF2B5EF4-FFF2-40B4-BE49-F238E27FC236}">
                <a16:creationId xmlns:a16="http://schemas.microsoft.com/office/drawing/2014/main" id="{F435E831-96D4-66D0-099B-CA511591743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38662" y="5410849"/>
            <a:ext cx="643987" cy="615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055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97CCE76-401D-1ED7-B220-33D280A5D8E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F738A23E-ACFA-7761-4D8A-768274544C80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83F0513-7E94-27A0-7F6A-89C81B7AE013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6843F2AF-6DB4-84B2-1FF6-5D2FECB79CE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A9D2964C-18C4-C9E3-90FB-48B84218563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A249A41F-7D1A-840E-798F-0C41C779B5C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133788B6-3A6F-859F-C14F-102E07F4536F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78B4AC49-F1C8-D228-B895-5FFBCA620DD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B1EF6C3-F1E0-C063-1906-8453B6727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CB239BA-D3F7-D552-37D6-832BD1B0581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1544C258-C962-91F0-F527-D7ED1B9C9FC0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436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1B212-DCF8-99E2-BBE0-8C68534545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31D808-41C2-5645-BDAE-DF65CA455F13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4A69AC-E483-4F4E-9F11-9B2BA80FCC2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613D98-161D-E3DB-2FB4-2E548E8CA2CF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r>
              <a:rPr lang="en-US"/>
              <a:t>Topic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A6B604B-C450-2268-9E0D-0E0484D82DB8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B51182-9A53-F25E-4EF0-0227EA7469AC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1FC5128-BBB5-8A42-FAD4-E66130A67D04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FE68E6-F198-C635-CDEC-4BA83A9C237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678A28C-AF2F-F27B-751A-D39B2A057AB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5822914-D484-EF95-ABE3-1DEA3703155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D71721-F370-2DD4-3C33-85ED408C1616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0BADB56-D38B-D43D-6672-D92C0AED246B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19FCF6D-1BF5-222F-D503-D362CEDE2908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EFE19D9-7B67-3855-BFF8-58AEA54CF609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39A81C7-BF5C-B786-5284-6D785FA37FCF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8B8825E-C127-D6F8-885E-6BF7466D62A5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866E392-4550-49AD-BD86-B0483D38A9B4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0263E2-60B6-4CCE-C5B4-511D39CC2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We Offer</a:t>
            </a:r>
          </a:p>
        </p:txBody>
      </p:sp>
    </p:spTree>
    <p:extLst>
      <p:ext uri="{BB962C8B-B14F-4D97-AF65-F5344CB8AC3E}">
        <p14:creationId xmlns:p14="http://schemas.microsoft.com/office/powerpoint/2010/main" val="19857911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D129B-8DCF-7DF1-A10E-8C99F5C541C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C5D1F6-969A-BDD9-7D39-63297F25FF7A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5E4F22-7FCF-C04B-42BF-BF7B79DCAC3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57FC92-1A8E-386B-85FA-F6DE011E5B6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4C2782E-EF5E-C42D-527E-74E8887B43F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5402D65-AE5A-2AFE-0954-EA4AAEA7490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FD2D6E-504D-1A17-63ED-9ECE51518751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72B2B67-2ECE-804F-2EFB-C6E571BB28D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33961FF-4E08-CC26-9A69-CDD48DBCFA98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AF4DC1-30C4-F96F-9E68-B2C47791642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19D71F11-FC27-35DB-AFB1-7AA32F35FC66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99EE21A-B6C3-04DC-3501-7038BFA1E256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786CD20-2BF6-DFFC-D803-9426F7EC907E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C655540-36BB-2B70-4016-906D5DF85028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52453DE7-4B94-4931-8430-958236793EEF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D068403-954C-D867-7361-C1084B7C3727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FE819E9-29D5-F000-B86D-A8B1BF2CA771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AC2B2-3A4D-C628-5007-B36634650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itle 12">
            <a:extLst>
              <a:ext uri="{FF2B5EF4-FFF2-40B4-BE49-F238E27FC236}">
                <a16:creationId xmlns:a16="http://schemas.microsoft.com/office/drawing/2014/main" id="{12CEA7B8-8596-7F3E-862D-2BB6EA59070E}"/>
              </a:ext>
            </a:extLst>
          </p:cNvPr>
          <p:cNvSpPr txBox="1">
            <a:spLocks/>
          </p:cNvSpPr>
          <p:nvPr/>
        </p:nvSpPr>
        <p:spPr>
          <a:xfrm>
            <a:off x="550950" y="483766"/>
            <a:ext cx="10904450" cy="615553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spAutoFit/>
          </a:bodyPr>
          <a:lstStyle>
            <a:lvl1pPr algn="ctr" defTabSz="6858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 lang="en-US" sz="34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defTabSz="914400"/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5803937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F4A358-CBF0-6F0C-C73D-31C7FBD93E2E}"/>
              </a:ext>
            </a:extLst>
          </p:cNvPr>
          <p:cNvSpPr/>
          <p:nvPr/>
        </p:nvSpPr>
        <p:spPr>
          <a:xfrm>
            <a:off x="9428560" y="4212770"/>
            <a:ext cx="2763440" cy="264523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Placeholder 36" descr="A house with palm trees and bushes&#10;&#10;AI-generated content may be incorrect.">
            <a:extLst>
              <a:ext uri="{FF2B5EF4-FFF2-40B4-BE49-F238E27FC236}">
                <a16:creationId xmlns:a16="http://schemas.microsoft.com/office/drawing/2014/main" id="{044C43E9-25C5-FDF9-9194-AD1871ECF09A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7340898-0038-107D-93E5-CE95F5F39A4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/>
              <a:t>Red Rock Country Club</a:t>
            </a:r>
          </a:p>
          <a:p>
            <a:r>
              <a:rPr lang="en-US"/>
              <a:t>Las Vegas, NV</a:t>
            </a:r>
          </a:p>
        </p:txBody>
      </p:sp>
      <p:pic>
        <p:nvPicPr>
          <p:cNvPr id="33" name="Picture Placeholder 32" descr="A hummingbird sitting on a branch&#10;&#10;AI-generated content may be incorrect.">
            <a:extLst>
              <a:ext uri="{FF2B5EF4-FFF2-40B4-BE49-F238E27FC236}">
                <a16:creationId xmlns:a16="http://schemas.microsoft.com/office/drawing/2014/main" id="{BCCC8C0A-3977-E8D8-7CA4-C9D49E67B0AC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29" name="Picture Placeholder 28" descr="A tree growing on the side of a road&#10;&#10;AI-generated content may be incorrect.">
            <a:extLst>
              <a:ext uri="{FF2B5EF4-FFF2-40B4-BE49-F238E27FC236}">
                <a16:creationId xmlns:a16="http://schemas.microsoft.com/office/drawing/2014/main" id="{50D02C99-9C99-62BA-77FC-60BFDAF8CDBA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7" name="Picture Placeholder 16" descr="A stone structure with a bowl on top of it&#10;&#10;AI-generated content may be incorrect.">
            <a:extLst>
              <a:ext uri="{FF2B5EF4-FFF2-40B4-BE49-F238E27FC236}">
                <a16:creationId xmlns:a16="http://schemas.microsoft.com/office/drawing/2014/main" id="{DBB12E81-A2FF-D008-0164-059925CFBB1D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23" name="Picture Placeholder 22" descr="A close up of purple flowers&#10;&#10;AI-generated content may be incorrect.">
            <a:extLst>
              <a:ext uri="{FF2B5EF4-FFF2-40B4-BE49-F238E27FC236}">
                <a16:creationId xmlns:a16="http://schemas.microsoft.com/office/drawing/2014/main" id="{F720491B-797D-63CF-6E6F-C22B841DA615}"/>
              </a:ext>
            </a:extLst>
          </p:cNvPr>
          <p:cNvPicPr>
            <a:picLocks noGrp="1" noChangeAspect="1"/>
          </p:cNvPicPr>
          <p:nvPr>
            <p:ph type="pic" sz="quarter" idx="49"/>
          </p:nvPr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A6669184-33EE-C785-C621-ED50A71FBE2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001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40AC995-FB05-E6A2-D49C-206A8FAB30CE}"/>
              </a:ext>
            </a:extLst>
          </p:cNvPr>
          <p:cNvSpPr/>
          <p:nvPr/>
        </p:nvSpPr>
        <p:spPr>
          <a:xfrm>
            <a:off x="9428560" y="4212770"/>
            <a:ext cx="2763440" cy="264523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41F2C3F-401E-9B01-A3ED-AE03B40217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B3DED5-5E0B-3C61-5F43-8301F9A5B0F9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3D9F62B-0968-9075-642F-4BBD62F7B110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391DF5F-50B1-B42F-A138-7E37ADFE1C77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3F06AD81-8532-AD4B-0214-D0F338F1A269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827650F-5545-1392-9766-D37E822BAD8B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3D25C961-E874-94F4-085C-BCA72CFB614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5592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EAF4A2-11CF-7225-CA5D-A77DF5B56DA6}"/>
              </a:ext>
            </a:extLst>
          </p:cNvPr>
          <p:cNvSpPr/>
          <p:nvPr/>
        </p:nvSpPr>
        <p:spPr>
          <a:xfrm>
            <a:off x="9165771" y="4212770"/>
            <a:ext cx="3026229" cy="26452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74EBDE1-83A9-3E49-2482-40483620BE6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sz="1800"/>
              <a:t>Four Seasons Hotel</a:t>
            </a:r>
          </a:p>
          <a:p>
            <a:r>
              <a:rPr lang="en-US"/>
              <a:t>Washington D.C.</a:t>
            </a:r>
          </a:p>
        </p:txBody>
      </p:sp>
      <p:pic>
        <p:nvPicPr>
          <p:cNvPr id="9" name="Picture Placeholder 8" descr="A group of chairs and a bench in a courtyard&#10;&#10;AI-generated content may be incorrect.">
            <a:extLst>
              <a:ext uri="{FF2B5EF4-FFF2-40B4-BE49-F238E27FC236}">
                <a16:creationId xmlns:a16="http://schemas.microsoft.com/office/drawing/2014/main" id="{7FEC470E-636A-A37F-A78D-1AFD13ED781C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54"/>
          <a:stretch/>
        </p:blipFill>
        <p:spPr>
          <a:xfrm>
            <a:off x="-2008" y="-17406"/>
            <a:ext cx="9078598" cy="6875406"/>
          </a:xfrm>
        </p:spPr>
      </p:pic>
      <p:pic>
        <p:nvPicPr>
          <p:cNvPr id="11" name="Picture Placeholder 10" descr="A garden with flowers and a stone vase&#10;&#10;AI-generated content may be incorrect.">
            <a:extLst>
              <a:ext uri="{FF2B5EF4-FFF2-40B4-BE49-F238E27FC236}">
                <a16:creationId xmlns:a16="http://schemas.microsoft.com/office/drawing/2014/main" id="{FFF9E92F-6F9A-32CC-66A4-8953F8B5AF92}"/>
              </a:ext>
            </a:extLst>
          </p:cNvPr>
          <p:cNvPicPr>
            <a:picLocks noGrp="1" noChangeAspect="1"/>
          </p:cNvPicPr>
          <p:nvPr>
            <p:ph type="pic" sz="quarter" idx="49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41545D55-9C76-1403-9C16-5A6035149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50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2FD82BC-60B2-668B-2FD7-97BD2C4457A2}"/>
              </a:ext>
            </a:extLst>
          </p:cNvPr>
          <p:cNvSpPr/>
          <p:nvPr/>
        </p:nvSpPr>
        <p:spPr>
          <a:xfrm>
            <a:off x="9165771" y="4212770"/>
            <a:ext cx="3026229" cy="26452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89B16C8-117D-88BD-5764-C448DFCD71A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799EC7-B5AD-989C-58A9-EBFC8CF85D6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07D7A19-B481-9B93-1DDA-A54856235E61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6A03A578-9592-0D31-7778-144C4EF758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7539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166576D-F406-E64B-5DF1-721EA2D34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Nurturing Your Landscape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EA0EFB9-7547-3C15-2855-4858CD5BDA5B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 </a:t>
            </a:r>
            <a:r>
              <a:rPr lang="en-US" err="1"/>
              <a:t>Drescipit</a:t>
            </a:r>
            <a:r>
              <a:rPr lang="en-US"/>
              <a:t> </a:t>
            </a:r>
            <a:r>
              <a:rPr lang="en-US" err="1"/>
              <a:t>plique</a:t>
            </a:r>
            <a:r>
              <a:rPr lang="en-US"/>
              <a:t> </a:t>
            </a:r>
            <a:r>
              <a:rPr lang="en-US" err="1"/>
              <a:t>sustrum</a:t>
            </a:r>
            <a:r>
              <a:rPr lang="en-US"/>
              <a:t> </a:t>
            </a:r>
            <a:r>
              <a:rPr lang="en-US" err="1"/>
              <a:t>quas</a:t>
            </a:r>
            <a:r>
              <a:rPr lang="en-US"/>
              <a:t> </a:t>
            </a:r>
            <a:r>
              <a:rPr lang="en-US" err="1"/>
              <a:t>seditem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cus</a:t>
            </a:r>
            <a:r>
              <a:rPr lang="en-US"/>
              <a:t> </a:t>
            </a:r>
            <a:r>
              <a:rPr lang="en-US" err="1"/>
              <a:t>esequo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</a:t>
            </a:r>
            <a:r>
              <a:rPr lang="en-US" err="1"/>
              <a:t>dipieni</a:t>
            </a:r>
            <a:r>
              <a:rPr lang="en-US"/>
              <a:t> </a:t>
            </a:r>
            <a:r>
              <a:rPr lang="en-US" err="1"/>
              <a:t>taquam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. </a:t>
            </a:r>
          </a:p>
          <a:p>
            <a:endParaRPr lang="en-US"/>
          </a:p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, </a:t>
            </a:r>
            <a:r>
              <a:rPr lang="en-US" err="1"/>
              <a:t>tet</a:t>
            </a:r>
            <a:r>
              <a:rPr lang="en-US"/>
              <a:t>,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possimenia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</a:t>
            </a:r>
            <a:r>
              <a:rPr lang="en-US" err="1"/>
              <a:t>veliquos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7999E0-AAAE-21DC-EBB8-359405FF2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/>
              <a:t>Add some additional information here like a specific call out or a quote to accompany the body copy.</a:t>
            </a:r>
          </a:p>
        </p:txBody>
      </p:sp>
      <p:pic>
        <p:nvPicPr>
          <p:cNvPr id="16" name="Picture Placeholder 15" descr="A garden with flowers and plants&#10;&#10;AI-generated content may be incorrect.">
            <a:extLst>
              <a:ext uri="{FF2B5EF4-FFF2-40B4-BE49-F238E27FC236}">
                <a16:creationId xmlns:a16="http://schemas.microsoft.com/office/drawing/2014/main" id="{D153EE97-C5A7-D15D-7244-F08B533CABF2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AFC59F78-6B9D-40DA-73AF-483C334F033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465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F204AC4-2C66-C355-DE49-38E753164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70D51B-AF8C-EA6B-11BD-764BFB6E4902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95DCEA-6D42-C5CA-FFFB-BC3770D346F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38242E0-46AC-1DD5-1E00-EFE5BD759067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20AEAF-8C20-2D06-B3B6-C3E859F191A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2762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232766-5BC4-109E-9BF2-6C1ADE5D43B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7838A8-2C58-90F0-EE90-ACF26EA2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Nurturing Your Landscape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189131-BC93-D1BC-7ED0-ECAEF0F6FF7E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 </a:t>
            </a:r>
            <a:r>
              <a:rPr lang="en-US" err="1"/>
              <a:t>Drescipit</a:t>
            </a:r>
            <a:r>
              <a:rPr lang="en-US"/>
              <a:t> </a:t>
            </a:r>
            <a:r>
              <a:rPr lang="en-US" err="1"/>
              <a:t>plique</a:t>
            </a:r>
            <a:r>
              <a:rPr lang="en-US"/>
              <a:t> </a:t>
            </a:r>
            <a:r>
              <a:rPr lang="en-US" err="1"/>
              <a:t>sustrum</a:t>
            </a:r>
            <a:r>
              <a:rPr lang="en-US"/>
              <a:t> </a:t>
            </a:r>
            <a:r>
              <a:rPr lang="en-US" err="1"/>
              <a:t>quas</a:t>
            </a:r>
            <a:r>
              <a:rPr lang="en-US"/>
              <a:t> </a:t>
            </a:r>
            <a:r>
              <a:rPr lang="en-US" err="1"/>
              <a:t>seditem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cus</a:t>
            </a:r>
            <a:r>
              <a:rPr lang="en-US"/>
              <a:t> </a:t>
            </a:r>
            <a:r>
              <a:rPr lang="en-US" err="1"/>
              <a:t>esequo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</a:t>
            </a:r>
            <a:r>
              <a:rPr lang="en-US" err="1"/>
              <a:t>dipieni</a:t>
            </a:r>
            <a:r>
              <a:rPr lang="en-US"/>
              <a:t> </a:t>
            </a:r>
            <a:r>
              <a:rPr lang="en-US" err="1"/>
              <a:t>taquam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. </a:t>
            </a:r>
          </a:p>
          <a:p>
            <a:endParaRPr lang="en-US"/>
          </a:p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, </a:t>
            </a:r>
            <a:r>
              <a:rPr lang="en-US" err="1"/>
              <a:t>tet</a:t>
            </a:r>
            <a:r>
              <a:rPr lang="en-US"/>
              <a:t>,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possimenia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</a:t>
            </a:r>
            <a:r>
              <a:rPr lang="en-US" err="1"/>
              <a:t>veliquos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044BEC-DAF2-735F-1AD3-2A6620CBF8D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r>
              <a:rPr lang="en-US"/>
              <a:t>Add some additional information here like a specific call out or a quote to accompany the body copy.</a:t>
            </a:r>
          </a:p>
        </p:txBody>
      </p:sp>
      <p:pic>
        <p:nvPicPr>
          <p:cNvPr id="16" name="Picture Placeholder 15" descr="Purple flowers with yellow center&#10;&#10;AI-generated content may be incorrect.">
            <a:extLst>
              <a:ext uri="{FF2B5EF4-FFF2-40B4-BE49-F238E27FC236}">
                <a16:creationId xmlns:a16="http://schemas.microsoft.com/office/drawing/2014/main" id="{5CA325B6-90BF-1103-7FB7-4F2E420E487C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16726161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1FB42D-6CA2-AC81-63FF-70252C4658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57D7493-1FC0-ECF8-0710-CD1642AB5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2DFD44-C0E7-D93E-1E88-092909A987E2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902C14-2CEE-5994-AB80-E588F4C8CC1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6649395F-165E-FF9D-09D8-F326E31CE742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5103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C0B0B2-3474-B6AE-0737-156647A23AD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75D2B7-036F-C1AD-A99E-962703AD9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Nurturing Your Landscape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2BFE4-E14D-8CF7-FD65-C2A8B15F05AE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 </a:t>
            </a:r>
            <a:r>
              <a:rPr lang="en-US" err="1"/>
              <a:t>Drescipit</a:t>
            </a:r>
            <a:r>
              <a:rPr lang="en-US"/>
              <a:t> </a:t>
            </a:r>
            <a:r>
              <a:rPr lang="en-US" err="1"/>
              <a:t>plique</a:t>
            </a:r>
            <a:r>
              <a:rPr lang="en-US"/>
              <a:t> </a:t>
            </a:r>
            <a:r>
              <a:rPr lang="en-US" err="1"/>
              <a:t>sustrum</a:t>
            </a:r>
            <a:r>
              <a:rPr lang="en-US"/>
              <a:t> </a:t>
            </a:r>
            <a:r>
              <a:rPr lang="en-US" err="1"/>
              <a:t>quas</a:t>
            </a:r>
            <a:r>
              <a:rPr lang="en-US"/>
              <a:t> </a:t>
            </a:r>
            <a:r>
              <a:rPr lang="en-US" err="1"/>
              <a:t>seditem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cus</a:t>
            </a:r>
            <a:r>
              <a:rPr lang="en-US"/>
              <a:t> </a:t>
            </a:r>
            <a:r>
              <a:rPr lang="en-US" err="1"/>
              <a:t>esequo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</a:t>
            </a:r>
            <a:r>
              <a:rPr lang="en-US" err="1"/>
              <a:t>dipieni</a:t>
            </a:r>
            <a:r>
              <a:rPr lang="en-US"/>
              <a:t> </a:t>
            </a:r>
            <a:r>
              <a:rPr lang="en-US" err="1"/>
              <a:t>taquam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. </a:t>
            </a:r>
          </a:p>
          <a:p>
            <a:endParaRPr lang="en-US"/>
          </a:p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, </a:t>
            </a:r>
            <a:r>
              <a:rPr lang="en-US" err="1"/>
              <a:t>tet</a:t>
            </a:r>
            <a:r>
              <a:rPr lang="en-US"/>
              <a:t>,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possimenia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</a:t>
            </a:r>
            <a:r>
              <a:rPr lang="en-US" err="1"/>
              <a:t>veliquos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E54B6E3-E128-36AE-AD16-86E7F7DB0DD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/>
              <a:t>Add some additional information here like a specific call out or a quote to accompany the body copy.</a:t>
            </a:r>
          </a:p>
        </p:txBody>
      </p:sp>
      <p:pic>
        <p:nvPicPr>
          <p:cNvPr id="21" name="Picture Placeholder 20" descr="A butterfly on a flower&#10;&#10;AI-generated content may be incorrect.">
            <a:extLst>
              <a:ext uri="{FF2B5EF4-FFF2-40B4-BE49-F238E27FC236}">
                <a16:creationId xmlns:a16="http://schemas.microsoft.com/office/drawing/2014/main" id="{89A9F635-5545-F053-1609-4D7D423976F7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11750079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A677BB-7135-17A5-4866-2E710719100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F763E927-7EB1-61EA-1D0F-4140DE347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ECDC3C-A4F1-791D-67F6-11DB9C7632EE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20E97CB-CA31-2E4E-B248-F51E17325FC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BBCE4AF-14EF-4856-891F-BEBF1E0479CC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3556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A9FA27-5E8E-C51E-4220-0A9C326BBC0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 </a:t>
            </a:r>
            <a:r>
              <a:rPr lang="en-US" err="1"/>
              <a:t>Drescipit</a:t>
            </a:r>
            <a:r>
              <a:rPr lang="en-US"/>
              <a:t> </a:t>
            </a:r>
            <a:r>
              <a:rPr lang="en-US" err="1"/>
              <a:t>plique</a:t>
            </a:r>
            <a:r>
              <a:rPr lang="en-US"/>
              <a:t> </a:t>
            </a:r>
            <a:r>
              <a:rPr lang="en-US" err="1"/>
              <a:t>sustrum</a:t>
            </a:r>
            <a:r>
              <a:rPr lang="en-US"/>
              <a:t> </a:t>
            </a:r>
            <a:r>
              <a:rPr lang="en-US" err="1"/>
              <a:t>quas</a:t>
            </a:r>
            <a:r>
              <a:rPr lang="en-US"/>
              <a:t> </a:t>
            </a:r>
            <a:r>
              <a:rPr lang="en-US" err="1"/>
              <a:t>seditem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cus</a:t>
            </a:r>
            <a:r>
              <a:rPr lang="en-US"/>
              <a:t> </a:t>
            </a:r>
            <a:r>
              <a:rPr lang="en-US" err="1"/>
              <a:t>esequo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</a:t>
            </a:r>
            <a:r>
              <a:rPr lang="en-US" err="1"/>
              <a:t>dipieni</a:t>
            </a:r>
            <a:r>
              <a:rPr lang="en-US"/>
              <a:t> </a:t>
            </a:r>
            <a:r>
              <a:rPr lang="en-US" err="1"/>
              <a:t>taquam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. </a:t>
            </a:r>
          </a:p>
          <a:p>
            <a:endParaRPr lang="en-US"/>
          </a:p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, </a:t>
            </a:r>
            <a:r>
              <a:rPr lang="en-US" err="1"/>
              <a:t>tet</a:t>
            </a:r>
            <a:r>
              <a:rPr lang="en-US"/>
              <a:t>,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possimenia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</a:t>
            </a:r>
            <a:r>
              <a:rPr lang="en-US" err="1"/>
              <a:t>veliquos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476121-F4EB-8293-D6DC-FBD32FEE2B5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943706" y="1154501"/>
            <a:ext cx="1657105" cy="315792"/>
          </a:xfrm>
        </p:spPr>
        <p:txBody>
          <a:bodyPr/>
          <a:lstStyle/>
          <a:p>
            <a:pPr algn="l"/>
            <a:r>
              <a:rPr lang="en-US" sz="1200" b="1"/>
              <a:t>Maintenance Revenue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B1BE98-F37C-9738-C8A8-6EFA566A15E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943706" y="589688"/>
            <a:ext cx="1657105" cy="618631"/>
          </a:xfrm>
        </p:spPr>
        <p:txBody>
          <a:bodyPr/>
          <a:lstStyle/>
          <a:p>
            <a:pPr algn="l"/>
            <a:r>
              <a:rPr lang="en-US" sz="3600"/>
              <a:t>~70%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455BCE-D6C2-5D21-E1DF-2A313E48936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943706" y="2209818"/>
            <a:ext cx="1657105" cy="315792"/>
          </a:xfrm>
        </p:spPr>
        <p:txBody>
          <a:bodyPr/>
          <a:lstStyle/>
          <a:p>
            <a:pPr algn="l"/>
            <a:r>
              <a:rPr lang="en-US" sz="1200" b="1">
                <a:solidFill>
                  <a:schemeClr val="accent1"/>
                </a:solidFill>
              </a:rPr>
              <a:t>Development Revenue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407F522-403F-A852-E52B-1FEC7FE9E64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943706" y="1645005"/>
            <a:ext cx="1657105" cy="618631"/>
          </a:xfrm>
        </p:spPr>
        <p:txBody>
          <a:bodyPr/>
          <a:lstStyle/>
          <a:p>
            <a:pPr algn="l"/>
            <a:r>
              <a:rPr lang="en-US" sz="3600">
                <a:solidFill>
                  <a:schemeClr val="accent1"/>
                </a:solidFill>
              </a:rPr>
              <a:t>30%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96E2BCD-2157-FABD-0D23-B97F1C4B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Statistics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EF5F8B-E3A0-AFD5-AB1F-792E9D7E7F8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33</a:t>
            </a:fld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163A80-612F-C1B4-FC07-B770FE2427BE}"/>
              </a:ext>
            </a:extLst>
          </p:cNvPr>
          <p:cNvCxnSpPr/>
          <p:nvPr/>
        </p:nvCxnSpPr>
        <p:spPr>
          <a:xfrm>
            <a:off x="7741099" y="3000983"/>
            <a:ext cx="3789500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1E772C23-A397-5548-00FE-530EB23E18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5385655"/>
              </p:ext>
            </p:extLst>
          </p:nvPr>
        </p:nvGraphicFramePr>
        <p:xfrm>
          <a:off x="7577049" y="3414408"/>
          <a:ext cx="4064000" cy="2709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2F6726EE-DD1B-F967-A4AF-6A2BC3F81B3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24498" y="458460"/>
            <a:ext cx="2040515" cy="2040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2763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287AFB-AEF5-C04E-973F-4C7F9AEC16D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FB5E5F-D178-A7B2-E490-4BF824C18A1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EE0023-6402-9DE5-0AA2-4ED82CFDFC3F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2A2DAF0-242E-A8A3-21B2-A1A0D424583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725DA47-51EE-C0CE-09E5-D4802C9A6E50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D0D296-E85E-E7DB-4CE8-B36B7CFA0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B58205F-981E-4B18-4CE8-7A3FEA637EB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34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E899FD-0719-DE82-E74B-06DEDD1235E6}"/>
              </a:ext>
            </a:extLst>
          </p:cNvPr>
          <p:cNvCxnSpPr/>
          <p:nvPr/>
        </p:nvCxnSpPr>
        <p:spPr>
          <a:xfrm>
            <a:off x="7811311" y="3234447"/>
            <a:ext cx="3789500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85080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0F9E055-D6A5-2A97-1A70-A095F57F66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761286046"/>
      </p:ext>
    </p:extLst>
  </p:cSld>
  <p:clrMapOvr>
    <a:masterClrMapping/>
  </p:clrMapOvr>
</p:sld>
</file>

<file path=ppt/theme/theme1.xml><?xml version="1.0" encoding="utf-8"?>
<a:theme xmlns:a="http://schemas.openxmlformats.org/drawingml/2006/main" name="Front Covers">
  <a:themeElements>
    <a:clrScheme name="BV">
      <a:dk1>
        <a:srgbClr val="252525"/>
      </a:dk1>
      <a:lt1>
        <a:srgbClr val="FFFFFF"/>
      </a:lt1>
      <a:dk2>
        <a:srgbClr val="272D67"/>
      </a:dk2>
      <a:lt2>
        <a:srgbClr val="F5F5F5"/>
      </a:lt2>
      <a:accent1>
        <a:srgbClr val="8BC400"/>
      </a:accent1>
      <a:accent2>
        <a:srgbClr val="00AD97"/>
      </a:accent2>
      <a:accent3>
        <a:srgbClr val="0072CE"/>
      </a:accent3>
      <a:accent4>
        <a:srgbClr val="C800A1"/>
      </a:accent4>
      <a:accent5>
        <a:srgbClr val="FF9E1B"/>
      </a:accent5>
      <a:accent6>
        <a:srgbClr val="E4E5E6"/>
      </a:accent6>
      <a:hlink>
        <a:srgbClr val="00AD97"/>
      </a:hlink>
      <a:folHlink>
        <a:srgbClr val="0072CE"/>
      </a:folHlink>
    </a:clrScheme>
    <a:fontScheme name="BrightVie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062022_BVLS_Webinar Template.potx" id="{FFA8D3C7-6B4F-4DF1-965D-8A96B25A9CA3}" vid="{EB58FB89-5296-49EC-8749-C0CF49A4F0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ac62ac6-57fc-4828-a664-61807306789b">
      <Terms xmlns="http://schemas.microsoft.com/office/infopath/2007/PartnerControls"/>
    </lcf76f155ced4ddcb4097134ff3c332f>
    <TaxCatchAll xmlns="01db5fd1-c90f-4c27-a5ee-affa81ab2ef9" xsi:nil="true"/>
    <Thumbnail xmlns="2ac62ac6-57fc-4828-a664-61807306789b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73060B5E121FD438BE62BA20FD230DF" ma:contentTypeVersion="12" ma:contentTypeDescription="Create a new document." ma:contentTypeScope="" ma:versionID="293d6c287757dbe1fb4dab958e54437a">
  <xsd:schema xmlns:xsd="http://www.w3.org/2001/XMLSchema" xmlns:xs="http://www.w3.org/2001/XMLSchema" xmlns:p="http://schemas.microsoft.com/office/2006/metadata/properties" xmlns:ns2="2ac62ac6-57fc-4828-a664-61807306789b" xmlns:ns3="01db5fd1-c90f-4c27-a5ee-affa81ab2ef9" targetNamespace="http://schemas.microsoft.com/office/2006/metadata/properties" ma:root="true" ma:fieldsID="d37b8c05c29ca045db0fffa03ba86837" ns2:_="" ns3:_="">
    <xsd:import namespace="2ac62ac6-57fc-4828-a664-61807306789b"/>
    <xsd:import namespace="01db5fd1-c90f-4c27-a5ee-affa81ab2ef9"/>
    <xsd:element name="properties">
      <xsd:complexType>
        <xsd:sequence>
          <xsd:element name="documentManagement">
            <xsd:complexType>
              <xsd:all>
                <xsd:element ref="ns2:Thumbnail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c62ac6-57fc-4828-a664-61807306789b" elementFormDefault="qualified">
    <xsd:import namespace="http://schemas.microsoft.com/office/2006/documentManagement/types"/>
    <xsd:import namespace="http://schemas.microsoft.com/office/infopath/2007/PartnerControls"/>
    <xsd:element name="Thumbnail" ma:index="8" nillable="true" ma:displayName="Thumbnail" ma:format="Thumbnail" ma:internalName="Thumbnail">
      <xsd:simpleType>
        <xsd:restriction base="dms:Unknown"/>
      </xsd:simple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185299b7-c228-41a3-8932-ef33164cd57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db5fd1-c90f-4c27-a5ee-affa81ab2ef9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6a55e08e-3c72-4dae-b0e3-8f743a0bc3c0}" ma:internalName="TaxCatchAll" ma:showField="CatchAllData" ma:web="01db5fd1-c90f-4c27-a5ee-affa81ab2e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FBD6922-B2CA-4BBC-9D02-5676E4FEA91F}">
  <ds:schemaRefs>
    <ds:schemaRef ds:uri="01db5fd1-c90f-4c27-a5ee-affa81ab2ef9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  <ds:schemaRef ds:uri="http://purl.org/dc/terms/"/>
    <ds:schemaRef ds:uri="http://purl.org/dc/elements/1.1/"/>
    <ds:schemaRef ds:uri="http://schemas.openxmlformats.org/package/2006/metadata/core-properties"/>
    <ds:schemaRef ds:uri="2ac62ac6-57fc-4828-a664-61807306789b"/>
  </ds:schemaRefs>
</ds:datastoreItem>
</file>

<file path=customXml/itemProps2.xml><?xml version="1.0" encoding="utf-8"?>
<ds:datastoreItem xmlns:ds="http://schemas.openxmlformats.org/officeDocument/2006/customXml" ds:itemID="{9FE3F4C7-700B-4ADD-9EC6-62B79AC44C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E1D1723-A3D5-45BE-A18B-09A13B503C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ac62ac6-57fc-4828-a664-61807306789b"/>
    <ds:schemaRef ds:uri="01db5fd1-c90f-4c27-a5ee-affa81ab2ef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062022_BVLS_Webinar Template</Template>
  <TotalTime>135</TotalTime>
  <Words>1053</Words>
  <Application>Microsoft Office PowerPoint</Application>
  <PresentationFormat>Widescreen</PresentationFormat>
  <Paragraphs>189</Paragraphs>
  <Slides>35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Arial</vt:lpstr>
      <vt:lpstr>Arial Bold</vt:lpstr>
      <vt:lpstr>Calibri</vt:lpstr>
      <vt:lpstr>Franklin Gothic Book</vt:lpstr>
      <vt:lpstr>OCR A Extended</vt:lpstr>
      <vt:lpstr>Wingdings</vt:lpstr>
      <vt:lpstr>Front Covers</vt:lpstr>
      <vt:lpstr>FSM Irrigation</vt:lpstr>
      <vt:lpstr>PowerPoint Presentation</vt:lpstr>
      <vt:lpstr>Asset Hierarchy</vt:lpstr>
      <vt:lpstr>Setup Workflow</vt:lpstr>
      <vt:lpstr>Checklist</vt:lpstr>
      <vt:lpstr>Mobile Workflow</vt:lpstr>
      <vt:lpstr>Output Triggers and Actions</vt:lpstr>
      <vt:lpstr>PowerPoint Presentation</vt:lpstr>
      <vt:lpstr>Nurturing Your Landscape</vt:lpstr>
      <vt:lpstr>PowerPoint Presentation</vt:lpstr>
      <vt:lpstr>Our Services</vt:lpstr>
      <vt:lpstr>PowerPoint Presentation</vt:lpstr>
      <vt:lpstr>Picking the Right Plants</vt:lpstr>
      <vt:lpstr>PowerPoint Presentation</vt:lpstr>
      <vt:lpstr>Meet Your BrightView Team</vt:lpstr>
      <vt:lpstr>PowerPoint Presentation</vt:lpstr>
      <vt:lpstr>Water Management</vt:lpstr>
      <vt:lpstr>PowerPoint Presentation</vt:lpstr>
      <vt:lpstr>Adding Color to Your Landscape</vt:lpstr>
      <vt:lpstr>PowerPoint Presentation</vt:lpstr>
      <vt:lpstr>What We Offer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Nurturing Your Landscape</vt:lpstr>
      <vt:lpstr>PowerPoint Presentation</vt:lpstr>
      <vt:lpstr>Nurturing Your Landscape</vt:lpstr>
      <vt:lpstr>PowerPoint Presentation</vt:lpstr>
      <vt:lpstr>Nurturing Your Landscape</vt:lpstr>
      <vt:lpstr>PowerPoint Presentation</vt:lpstr>
      <vt:lpstr>Some Statistics </vt:lpstr>
      <vt:lpstr>PowerPoint Presentation</vt:lpstr>
      <vt:lpstr>PowerPoint Presentation</vt:lpstr>
    </vt:vector>
  </TitlesOfParts>
  <Company>BrightView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creator>Sarah Knouse</dc:creator>
  <cp:lastModifiedBy>Greg Ehrenberg</cp:lastModifiedBy>
  <cp:revision>2</cp:revision>
  <cp:lastPrinted>2015-12-09T21:40:24Z</cp:lastPrinted>
  <dcterms:created xsi:type="dcterms:W3CDTF">2022-06-20T03:44:44Z</dcterms:created>
  <dcterms:modified xsi:type="dcterms:W3CDTF">2026-05-15T21:38:17Z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0x010100473060B5E121FD438BE62BA20FD230DF</vt:lpwstr>
  </property>
  <property fmtid="{D5CDD505-2E9C-101B-9397-08002B2CF9AE}" pid="3" name="MediaServiceImageTags">
    <vt:lpwstr/>
  </property>
</Properties>
</file>