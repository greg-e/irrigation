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0" r:id="rId4"/>
  </p:sldMasterIdLst>
  <p:notesMasterIdLst>
    <p:notesMasterId r:id="rId39"/>
  </p:notesMasterIdLst>
  <p:handoutMasterIdLst>
    <p:handoutMasterId r:id="rId40"/>
  </p:handoutMasterIdLst>
  <p:sldIdLst>
    <p:sldId id="442" r:id="rId5"/>
    <p:sldId id="470" r:id="rId6"/>
    <p:sldId id="507" r:id="rId7"/>
    <p:sldId id="506" r:id="rId8"/>
    <p:sldId id="504" r:id="rId9"/>
    <p:sldId id="509" r:id="rId10"/>
    <p:sldId id="503" r:id="rId11"/>
    <p:sldId id="508" r:id="rId12"/>
    <p:sldId id="451" r:id="rId13"/>
    <p:sldId id="453" r:id="rId14"/>
    <p:sldId id="501" r:id="rId15"/>
    <p:sldId id="454" r:id="rId16"/>
    <p:sldId id="473" r:id="rId17"/>
    <p:sldId id="456" r:id="rId18"/>
    <p:sldId id="479" r:id="rId19"/>
    <p:sldId id="480" r:id="rId20"/>
    <p:sldId id="481" r:id="rId21"/>
    <p:sldId id="458" r:id="rId22"/>
    <p:sldId id="477" r:id="rId23"/>
    <p:sldId id="478" r:id="rId24"/>
    <p:sldId id="482" r:id="rId25"/>
    <p:sldId id="483" r:id="rId26"/>
    <p:sldId id="484" r:id="rId27"/>
    <p:sldId id="485" r:id="rId28"/>
    <p:sldId id="486" r:id="rId29"/>
    <p:sldId id="492" r:id="rId30"/>
    <p:sldId id="497" r:id="rId31"/>
    <p:sldId id="494" r:id="rId32"/>
    <p:sldId id="495" r:id="rId33"/>
    <p:sldId id="490" r:id="rId34"/>
    <p:sldId id="498" r:id="rId35"/>
    <p:sldId id="455" r:id="rId36"/>
    <p:sldId id="499" r:id="rId37"/>
    <p:sldId id="46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5120" userDrawn="1">
          <p15:clr>
            <a:srgbClr val="A4A3A4"/>
          </p15:clr>
        </p15:guide>
        <p15:guide id="3" pos="2560" userDrawn="1">
          <p15:clr>
            <a:srgbClr val="A4A3A4"/>
          </p15:clr>
        </p15:guide>
        <p15:guide id="4" orient="horz" pos="1440" userDrawn="1">
          <p15:clr>
            <a:srgbClr val="A4A3A4"/>
          </p15:clr>
        </p15:guide>
        <p15:guide id="5" pos="3840" userDrawn="1">
          <p15:clr>
            <a:srgbClr val="A4A3A4"/>
          </p15:clr>
        </p15:guide>
        <p15:guide id="6" orient="horz" pos="2160" userDrawn="1">
          <p15:clr>
            <a:srgbClr val="A4A3A4"/>
          </p15:clr>
        </p15:guide>
        <p15:guide id="7" pos="736" userDrawn="1">
          <p15:clr>
            <a:srgbClr val="A4A3A4"/>
          </p15:clr>
        </p15:guide>
        <p15:guide id="8" pos="384" userDrawn="1">
          <p15:clr>
            <a:srgbClr val="A4A3A4"/>
          </p15:clr>
        </p15:guide>
        <p15:guide id="9" orient="horz" pos="4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1"/>
    <a:srgbClr val="18276A"/>
    <a:srgbClr val="577B20"/>
    <a:srgbClr val="47AE4E"/>
    <a:srgbClr val="0A6619"/>
    <a:srgbClr val="2B6B30"/>
    <a:srgbClr val="235727"/>
    <a:srgbClr val="5DB54B"/>
    <a:srgbClr val="3A8E40"/>
    <a:srgbClr val="649266"/>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92" autoAdjust="0"/>
    <p:restoredTop sz="73818" autoAdjust="0"/>
  </p:normalViewPr>
  <p:slideViewPr>
    <p:cSldViewPr snapToGrid="0">
      <p:cViewPr varScale="1">
        <p:scale>
          <a:sx n="103" d="100"/>
          <a:sy n="103" d="100"/>
        </p:scale>
        <p:origin x="126" y="336"/>
      </p:cViewPr>
      <p:guideLst>
        <p:guide orient="horz" pos="2880"/>
        <p:guide pos="5120"/>
        <p:guide pos="2560"/>
        <p:guide orient="horz" pos="1440"/>
        <p:guide pos="3840"/>
        <p:guide orient="horz" pos="2160"/>
        <p:guide pos="736"/>
        <p:guide pos="384"/>
        <p:guide orient="horz" pos="41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2020</c:v>
                </c:pt>
              </c:strCache>
            </c:strRef>
          </c:tx>
          <c:spPr>
            <a:solidFill>
              <a:schemeClr val="accent1"/>
            </a:solidFill>
            <a:ln>
              <a:noFill/>
            </a:ln>
            <a:effectLst/>
          </c:spPr>
          <c:invertIfNegative val="0"/>
          <c:cat>
            <c:strRef>
              <c:f>Sheet1!$A$2</c:f>
              <c:strCache>
                <c:ptCount val="1"/>
                <c:pt idx="0">
                  <c:v>Year</c:v>
                </c:pt>
              </c:strCache>
            </c:strRef>
          </c:cat>
          <c:val>
            <c:numRef>
              <c:f>Sheet1!$B$2</c:f>
              <c:numCache>
                <c:formatCode>General</c:formatCode>
                <c:ptCount val="1"/>
                <c:pt idx="0">
                  <c:v>3</c:v>
                </c:pt>
              </c:numCache>
            </c:numRef>
          </c:val>
          <c:extLst>
            <c:ext xmlns:c16="http://schemas.microsoft.com/office/drawing/2014/chart" uri="{C3380CC4-5D6E-409C-BE32-E72D297353CC}">
              <c16:uniqueId val="{00000000-C8C1-4AB0-9D1C-3BBF57E7F3FC}"/>
            </c:ext>
          </c:extLst>
        </c:ser>
        <c:ser>
          <c:idx val="1"/>
          <c:order val="1"/>
          <c:tx>
            <c:strRef>
              <c:f>Sheet1!$C$1</c:f>
              <c:strCache>
                <c:ptCount val="1"/>
                <c:pt idx="0">
                  <c:v>2021</c:v>
                </c:pt>
              </c:strCache>
            </c:strRef>
          </c:tx>
          <c:spPr>
            <a:solidFill>
              <a:schemeClr val="accent2"/>
            </a:solidFill>
            <a:ln>
              <a:noFill/>
            </a:ln>
            <a:effectLst/>
          </c:spPr>
          <c:invertIfNegative val="0"/>
          <c:cat>
            <c:strRef>
              <c:f>Sheet1!$A$2</c:f>
              <c:strCache>
                <c:ptCount val="1"/>
                <c:pt idx="0">
                  <c:v>Year</c:v>
                </c:pt>
              </c:strCache>
            </c:strRef>
          </c:cat>
          <c:val>
            <c:numRef>
              <c:f>Sheet1!$C$2</c:f>
              <c:numCache>
                <c:formatCode>General</c:formatCode>
                <c:ptCount val="1"/>
                <c:pt idx="0">
                  <c:v>3.6</c:v>
                </c:pt>
              </c:numCache>
            </c:numRef>
          </c:val>
          <c:extLst>
            <c:ext xmlns:c16="http://schemas.microsoft.com/office/drawing/2014/chart" uri="{C3380CC4-5D6E-409C-BE32-E72D297353CC}">
              <c16:uniqueId val="{00000001-C8C1-4AB0-9D1C-3BBF57E7F3FC}"/>
            </c:ext>
          </c:extLst>
        </c:ser>
        <c:ser>
          <c:idx val="2"/>
          <c:order val="2"/>
          <c:tx>
            <c:strRef>
              <c:f>Sheet1!$D$1</c:f>
              <c:strCache>
                <c:ptCount val="1"/>
                <c:pt idx="0">
                  <c:v>2022</c:v>
                </c:pt>
              </c:strCache>
            </c:strRef>
          </c:tx>
          <c:spPr>
            <a:solidFill>
              <a:schemeClr val="accent3"/>
            </a:solidFill>
            <a:ln>
              <a:noFill/>
            </a:ln>
            <a:effectLst/>
          </c:spPr>
          <c:invertIfNegative val="0"/>
          <c:cat>
            <c:strRef>
              <c:f>Sheet1!$A$2</c:f>
              <c:strCache>
                <c:ptCount val="1"/>
                <c:pt idx="0">
                  <c:v>Year</c:v>
                </c:pt>
              </c:strCache>
            </c:strRef>
          </c:cat>
          <c:val>
            <c:numRef>
              <c:f>Sheet1!$D$2</c:f>
              <c:numCache>
                <c:formatCode>General</c:formatCode>
                <c:ptCount val="1"/>
                <c:pt idx="0">
                  <c:v>2.8</c:v>
                </c:pt>
              </c:numCache>
            </c:numRef>
          </c:val>
          <c:extLst>
            <c:ext xmlns:c16="http://schemas.microsoft.com/office/drawing/2014/chart" uri="{C3380CC4-5D6E-409C-BE32-E72D297353CC}">
              <c16:uniqueId val="{00000003-C8C1-4AB0-9D1C-3BBF57E7F3FC}"/>
            </c:ext>
          </c:extLst>
        </c:ser>
        <c:ser>
          <c:idx val="3"/>
          <c:order val="3"/>
          <c:tx>
            <c:strRef>
              <c:f>Sheet1!$E$1</c:f>
              <c:strCache>
                <c:ptCount val="1"/>
                <c:pt idx="0">
                  <c:v>2023</c:v>
                </c:pt>
              </c:strCache>
            </c:strRef>
          </c:tx>
          <c:spPr>
            <a:solidFill>
              <a:schemeClr val="accent4"/>
            </a:solidFill>
            <a:ln>
              <a:noFill/>
            </a:ln>
            <a:effectLst/>
          </c:spPr>
          <c:invertIfNegative val="0"/>
          <c:cat>
            <c:strRef>
              <c:f>Sheet1!$A$2</c:f>
              <c:strCache>
                <c:ptCount val="1"/>
                <c:pt idx="0">
                  <c:v>Year</c:v>
                </c:pt>
              </c:strCache>
            </c:strRef>
          </c:cat>
          <c:val>
            <c:numRef>
              <c:f>Sheet1!$E$2</c:f>
              <c:numCache>
                <c:formatCode>General</c:formatCode>
                <c:ptCount val="1"/>
                <c:pt idx="0">
                  <c:v>3.5</c:v>
                </c:pt>
              </c:numCache>
            </c:numRef>
          </c:val>
          <c:extLst>
            <c:ext xmlns:c16="http://schemas.microsoft.com/office/drawing/2014/chart" uri="{C3380CC4-5D6E-409C-BE32-E72D297353CC}">
              <c16:uniqueId val="{00000004-C8C1-4AB0-9D1C-3BBF57E7F3FC}"/>
            </c:ext>
          </c:extLst>
        </c:ser>
        <c:ser>
          <c:idx val="4"/>
          <c:order val="4"/>
          <c:tx>
            <c:strRef>
              <c:f>Sheet1!$F$1</c:f>
              <c:strCache>
                <c:ptCount val="1"/>
                <c:pt idx="0">
                  <c:v>2024</c:v>
                </c:pt>
              </c:strCache>
            </c:strRef>
          </c:tx>
          <c:spPr>
            <a:solidFill>
              <a:schemeClr val="accent5"/>
            </a:solidFill>
            <a:ln>
              <a:noFill/>
            </a:ln>
            <a:effectLst/>
          </c:spPr>
          <c:invertIfNegative val="0"/>
          <c:cat>
            <c:strRef>
              <c:f>Sheet1!$A$2</c:f>
              <c:strCache>
                <c:ptCount val="1"/>
                <c:pt idx="0">
                  <c:v>Year</c:v>
                </c:pt>
              </c:strCache>
            </c:strRef>
          </c:cat>
          <c:val>
            <c:numRef>
              <c:f>Sheet1!$F$2</c:f>
              <c:numCache>
                <c:formatCode>General</c:formatCode>
                <c:ptCount val="1"/>
                <c:pt idx="0">
                  <c:v>4.0999999999999996</c:v>
                </c:pt>
              </c:numCache>
            </c:numRef>
          </c:val>
          <c:extLst>
            <c:ext xmlns:c16="http://schemas.microsoft.com/office/drawing/2014/chart" uri="{C3380CC4-5D6E-409C-BE32-E72D297353CC}">
              <c16:uniqueId val="{00000005-C8C1-4AB0-9D1C-3BBF57E7F3FC}"/>
            </c:ext>
          </c:extLst>
        </c:ser>
        <c:dLbls>
          <c:showLegendKey val="0"/>
          <c:showVal val="0"/>
          <c:showCatName val="0"/>
          <c:showSerName val="0"/>
          <c:showPercent val="0"/>
          <c:showBubbleSize val="0"/>
        </c:dLbls>
        <c:gapWidth val="219"/>
        <c:overlap val="-27"/>
        <c:axId val="96939839"/>
        <c:axId val="96939359"/>
      </c:barChart>
      <c:catAx>
        <c:axId val="96939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96939359"/>
        <c:crosses val="autoZero"/>
        <c:auto val="1"/>
        <c:lblAlgn val="ctr"/>
        <c:lblOffset val="100"/>
        <c:noMultiLvlLbl val="0"/>
      </c:catAx>
      <c:valAx>
        <c:axId val="96939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969398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88B790-4540-40D7-8C92-5200D5FA06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B52E47E-DE74-46CB-AC50-FB5ADFCC92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948D2D-B930-431A-B0BF-8E450F1A4B8E}" type="datetimeFigureOut">
              <a:rPr lang="en-US" smtClean="0"/>
              <a:t>5/21/2026</a:t>
            </a:fld>
            <a:endParaRPr lang="en-US"/>
          </a:p>
        </p:txBody>
      </p:sp>
      <p:sp>
        <p:nvSpPr>
          <p:cNvPr id="4" name="Footer Placeholder 3">
            <a:extLst>
              <a:ext uri="{FF2B5EF4-FFF2-40B4-BE49-F238E27FC236}">
                <a16:creationId xmlns:a16="http://schemas.microsoft.com/office/drawing/2014/main" id="{9E2D8DDA-FDB9-4701-A61C-B75DF08C9B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B68AFAE-2566-49E7-AE95-4ADBD26D0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005148-131D-4798-8024-70FD041552A1}" type="slidenum">
              <a:rPr lang="en-US" smtClean="0"/>
              <a:t>‹#›</a:t>
            </a:fld>
            <a:endParaRPr lang="en-US"/>
          </a:p>
        </p:txBody>
      </p:sp>
    </p:spTree>
    <p:extLst>
      <p:ext uri="{BB962C8B-B14F-4D97-AF65-F5344CB8AC3E}">
        <p14:creationId xmlns:p14="http://schemas.microsoft.com/office/powerpoint/2010/main" val="281526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Bold"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Bold" charset="0"/>
              </a:defRPr>
            </a:lvl1pPr>
          </a:lstStyle>
          <a:p>
            <a:fld id="{C4AF3036-21B8-6845-A904-C4D38D15C3F3}" type="datetimeFigureOut">
              <a:rPr lang="en-US" smtClean="0"/>
              <a:pPr/>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Bold"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Bold" charset="0"/>
              </a:defRPr>
            </a:lvl1pPr>
          </a:lstStyle>
          <a:p>
            <a:fld id="{A417D36D-B23E-D24A-A897-F1A1233D6C50}" type="slidenum">
              <a:rPr lang="en-US" smtClean="0"/>
              <a:pPr/>
              <a:t>‹#›</a:t>
            </a:fld>
            <a:endParaRPr lang="en-US"/>
          </a:p>
        </p:txBody>
      </p:sp>
    </p:spTree>
    <p:extLst>
      <p:ext uri="{BB962C8B-B14F-4D97-AF65-F5344CB8AC3E}">
        <p14:creationId xmlns:p14="http://schemas.microsoft.com/office/powerpoint/2010/main" val="1714663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Bold" charset="0"/>
        <a:ea typeface="+mn-ea"/>
        <a:cs typeface="+mn-cs"/>
      </a:defRPr>
    </a:lvl1pPr>
    <a:lvl2pPr marL="457200" algn="l" defTabSz="914400" rtl="0" eaLnBrk="1" latinLnBrk="0" hangingPunct="1">
      <a:defRPr sz="1200" kern="1200">
        <a:solidFill>
          <a:schemeClr val="tx1"/>
        </a:solidFill>
        <a:latin typeface="Arial Bold" charset="0"/>
        <a:ea typeface="+mn-ea"/>
        <a:cs typeface="+mn-cs"/>
      </a:defRPr>
    </a:lvl2pPr>
    <a:lvl3pPr marL="914400" algn="l" defTabSz="914400" rtl="0" eaLnBrk="1" latinLnBrk="0" hangingPunct="1">
      <a:defRPr sz="1200" kern="1200">
        <a:solidFill>
          <a:schemeClr val="tx1"/>
        </a:solidFill>
        <a:latin typeface="Arial Bold" charset="0"/>
        <a:ea typeface="+mn-ea"/>
        <a:cs typeface="+mn-cs"/>
      </a:defRPr>
    </a:lvl3pPr>
    <a:lvl4pPr marL="1371600" algn="l" defTabSz="914400" rtl="0" eaLnBrk="1" latinLnBrk="0" hangingPunct="1">
      <a:defRPr sz="1200" kern="1200">
        <a:solidFill>
          <a:schemeClr val="tx1"/>
        </a:solidFill>
        <a:latin typeface="Arial Bold" charset="0"/>
        <a:ea typeface="+mn-ea"/>
        <a:cs typeface="+mn-cs"/>
      </a:defRPr>
    </a:lvl4pPr>
    <a:lvl5pPr marL="1828800" algn="l" defTabSz="914400" rtl="0" eaLnBrk="1" latinLnBrk="0" hangingPunct="1">
      <a:defRPr sz="1200" kern="1200">
        <a:solidFill>
          <a:schemeClr val="tx1"/>
        </a:solidFill>
        <a:latin typeface="Arial Bold"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Bold" charset="0"/>
                <a:ea typeface="+mn-ea"/>
                <a:cs typeface="+mn-cs"/>
              </a:rPr>
              <a:t>We’re here to learn how your team actually works in the field, where this helps, and where it breaks</a:t>
            </a:r>
          </a:p>
          <a:p>
            <a:endParaRPr lang="en-US" sz="1200" b="0" i="0" kern="1200" dirty="0">
              <a:solidFill>
                <a:schemeClr val="tx1"/>
              </a:solidFill>
              <a:effectLst/>
              <a:latin typeface="Arial Bold"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A417D36D-B23E-D24A-A897-F1A1233D6C50}" type="slidenum">
              <a:rPr lang="en-US" smtClean="0"/>
              <a:pPr/>
              <a:t>1</a:t>
            </a:fld>
            <a:endParaRPr lang="en-US"/>
          </a:p>
        </p:txBody>
      </p:sp>
    </p:spTree>
    <p:extLst>
      <p:ext uri="{BB962C8B-B14F-4D97-AF65-F5344CB8AC3E}">
        <p14:creationId xmlns:p14="http://schemas.microsoft.com/office/powerpoint/2010/main" val="2947386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7D36D-B23E-D24A-A897-F1A1233D6C50}" type="slidenum">
              <a:rPr lang="en-US" smtClean="0"/>
              <a:pPr/>
              <a:t>2</a:t>
            </a:fld>
            <a:endParaRPr lang="en-US"/>
          </a:p>
        </p:txBody>
      </p:sp>
    </p:spTree>
    <p:extLst>
      <p:ext uri="{BB962C8B-B14F-4D97-AF65-F5344CB8AC3E}">
        <p14:creationId xmlns:p14="http://schemas.microsoft.com/office/powerpoint/2010/main" val="275693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C:\Users\GEhrenberg\irrigation\prototype\desktop_map\desktop_prototype_with_map.html</a:t>
            </a:r>
          </a:p>
        </p:txBody>
      </p:sp>
      <p:sp>
        <p:nvSpPr>
          <p:cNvPr id="4" name="Slide Number Placeholder 3"/>
          <p:cNvSpPr>
            <a:spLocks noGrp="1"/>
          </p:cNvSpPr>
          <p:nvPr>
            <p:ph type="sldNum" sz="quarter" idx="5"/>
          </p:nvPr>
        </p:nvSpPr>
        <p:spPr/>
        <p:txBody>
          <a:bodyPr/>
          <a:lstStyle/>
          <a:p>
            <a:fld id="{A417D36D-B23E-D24A-A897-F1A1233D6C50}" type="slidenum">
              <a:rPr lang="en-US" smtClean="0"/>
              <a:pPr/>
              <a:t>3</a:t>
            </a:fld>
            <a:endParaRPr lang="en-US"/>
          </a:p>
        </p:txBody>
      </p:sp>
    </p:spTree>
    <p:extLst>
      <p:ext uri="{BB962C8B-B14F-4D97-AF65-F5344CB8AC3E}">
        <p14:creationId xmlns:p14="http://schemas.microsoft.com/office/powerpoint/2010/main" val="635045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Bold" charset="0"/>
                <a:ea typeface="+mn-ea"/>
                <a:cs typeface="+mn-cs"/>
              </a:rPr>
              <a:t>PMI = routine, fast inspection on existing systems.</a:t>
            </a:r>
          </a:p>
          <a:p>
            <a:r>
              <a:rPr lang="en-US" sz="1200" b="0" i="0" kern="1200" dirty="0">
                <a:solidFill>
                  <a:schemeClr val="tx1"/>
                </a:solidFill>
                <a:effectLst/>
                <a:latin typeface="Arial Bold" charset="0"/>
                <a:ea typeface="+mn-ea"/>
                <a:cs typeface="+mn-cs"/>
              </a:rPr>
              <a:t>Assessment = deeper review for new properties or revenue-oriented evaluation.</a:t>
            </a:r>
          </a:p>
          <a:p>
            <a:r>
              <a:rPr lang="en-US" sz="1200" b="0" i="0" kern="1200" dirty="0">
                <a:solidFill>
                  <a:schemeClr val="tx1"/>
                </a:solidFill>
                <a:effectLst/>
                <a:latin typeface="Arial Bold" charset="0"/>
                <a:ea typeface="+mn-ea"/>
                <a:cs typeface="+mn-cs"/>
              </a:rPr>
              <a:t>Repair = reactive work to fix a known issue.</a:t>
            </a:r>
          </a:p>
          <a:p>
            <a:endParaRPr lang="en-US" sz="1200" b="0" i="0" kern="1200" dirty="0">
              <a:solidFill>
                <a:schemeClr val="tx1"/>
              </a:solidFill>
              <a:effectLst/>
              <a:latin typeface="Arial Bold" charset="0"/>
              <a:ea typeface="+mn-ea"/>
              <a:cs typeface="+mn-cs"/>
            </a:endParaRPr>
          </a:p>
          <a:p>
            <a:r>
              <a:rPr lang="en-US" sz="1200" b="0" i="0" kern="1200" dirty="0">
                <a:solidFill>
                  <a:schemeClr val="tx1"/>
                </a:solidFill>
                <a:effectLst/>
                <a:latin typeface="Arial Bold" charset="0"/>
                <a:ea typeface="+mn-ea"/>
                <a:cs typeface="+mn-cs"/>
              </a:rPr>
              <a:t>This is the point where we want to understand how work is set up before the visit, who owns it, and what has to exist so a PMI, Assessment, or Repair can happen cleanly.</a:t>
            </a:r>
          </a:p>
          <a:p>
            <a:endParaRPr lang="en-US" sz="1200" b="0" i="0" kern="1200" dirty="0">
              <a:solidFill>
                <a:schemeClr val="tx1"/>
              </a:solidFill>
              <a:effectLst/>
              <a:latin typeface="Arial Bold" charset="0"/>
              <a:ea typeface="+mn-ea"/>
              <a:cs typeface="+mn-cs"/>
            </a:endParaRPr>
          </a:p>
          <a:p>
            <a:r>
              <a:rPr lang="en-US" sz="1200" b="0" i="0" kern="1200" dirty="0">
                <a:solidFill>
                  <a:schemeClr val="tx1"/>
                </a:solidFill>
                <a:effectLst/>
                <a:latin typeface="Arial Bold" charset="0"/>
                <a:ea typeface="+mn-ea"/>
                <a:cs typeface="+mn-cs"/>
              </a:rPr>
              <a:t>Help us separate the three work modes. PMI is the fast routine check, Assessment is the deeper review, and Repair is the reactive fix. We want to know where the boundaries really are in your world.</a:t>
            </a:r>
          </a:p>
          <a:p>
            <a:endParaRPr lang="en-US" dirty="0"/>
          </a:p>
        </p:txBody>
      </p:sp>
      <p:sp>
        <p:nvSpPr>
          <p:cNvPr id="4" name="Slide Number Placeholder 3"/>
          <p:cNvSpPr>
            <a:spLocks noGrp="1"/>
          </p:cNvSpPr>
          <p:nvPr>
            <p:ph type="sldNum" sz="quarter" idx="5"/>
          </p:nvPr>
        </p:nvSpPr>
        <p:spPr/>
        <p:txBody>
          <a:bodyPr/>
          <a:lstStyle/>
          <a:p>
            <a:fld id="{A417D36D-B23E-D24A-A897-F1A1233D6C50}" type="slidenum">
              <a:rPr lang="en-US" smtClean="0"/>
              <a:pPr/>
              <a:t>4</a:t>
            </a:fld>
            <a:endParaRPr lang="en-US"/>
          </a:p>
        </p:txBody>
      </p:sp>
    </p:spTree>
    <p:extLst>
      <p:ext uri="{BB962C8B-B14F-4D97-AF65-F5344CB8AC3E}">
        <p14:creationId xmlns:p14="http://schemas.microsoft.com/office/powerpoint/2010/main" val="1064636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Bold" charset="0"/>
                <a:ea typeface="+mn-ea"/>
                <a:cs typeface="+mn-cs"/>
              </a:rPr>
              <a:t>https://vscode.dev/github/greg-e/irrigation/blob/devops/requirements/inspection_question_library.md</a:t>
            </a:r>
          </a:p>
          <a:p>
            <a:endParaRPr lang="en-US" dirty="0"/>
          </a:p>
        </p:txBody>
      </p:sp>
      <p:sp>
        <p:nvSpPr>
          <p:cNvPr id="4" name="Slide Number Placeholder 3"/>
          <p:cNvSpPr>
            <a:spLocks noGrp="1"/>
          </p:cNvSpPr>
          <p:nvPr>
            <p:ph type="sldNum" sz="quarter" idx="5"/>
          </p:nvPr>
        </p:nvSpPr>
        <p:spPr/>
        <p:txBody>
          <a:bodyPr/>
          <a:lstStyle/>
          <a:p>
            <a:fld id="{A417D36D-B23E-D24A-A897-F1A1233D6C50}" type="slidenum">
              <a:rPr lang="en-US" smtClean="0"/>
              <a:pPr/>
              <a:t>5</a:t>
            </a:fld>
            <a:endParaRPr lang="en-US"/>
          </a:p>
        </p:txBody>
      </p:sp>
    </p:spTree>
    <p:extLst>
      <p:ext uri="{BB962C8B-B14F-4D97-AF65-F5344CB8AC3E}">
        <p14:creationId xmlns:p14="http://schemas.microsoft.com/office/powerpoint/2010/main" val="2938306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7D36D-B23E-D24A-A897-F1A1233D6C50}" type="slidenum">
              <a:rPr lang="en-US" smtClean="0"/>
              <a:pPr/>
              <a:t>6</a:t>
            </a:fld>
            <a:endParaRPr lang="en-US"/>
          </a:p>
        </p:txBody>
      </p:sp>
    </p:spTree>
    <p:extLst>
      <p:ext uri="{BB962C8B-B14F-4D97-AF65-F5344CB8AC3E}">
        <p14:creationId xmlns:p14="http://schemas.microsoft.com/office/powerpoint/2010/main" val="4203145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C:\Users\GEhrenberg\irrigation\prototype\mobile\mobile_prototype_map.html</a:t>
            </a:r>
          </a:p>
        </p:txBody>
      </p:sp>
      <p:sp>
        <p:nvSpPr>
          <p:cNvPr id="4" name="Slide Number Placeholder 3"/>
          <p:cNvSpPr>
            <a:spLocks noGrp="1"/>
          </p:cNvSpPr>
          <p:nvPr>
            <p:ph type="sldNum" sz="quarter" idx="5"/>
          </p:nvPr>
        </p:nvSpPr>
        <p:spPr/>
        <p:txBody>
          <a:bodyPr/>
          <a:lstStyle/>
          <a:p>
            <a:fld id="{A417D36D-B23E-D24A-A897-F1A1233D6C50}" type="slidenum">
              <a:rPr lang="en-US" smtClean="0"/>
              <a:pPr/>
              <a:t>7</a:t>
            </a:fld>
            <a:endParaRPr lang="en-US"/>
          </a:p>
        </p:txBody>
      </p:sp>
    </p:spTree>
    <p:extLst>
      <p:ext uri="{BB962C8B-B14F-4D97-AF65-F5344CB8AC3E}">
        <p14:creationId xmlns:p14="http://schemas.microsoft.com/office/powerpoint/2010/main" val="1764752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7D36D-B23E-D24A-A897-F1A1233D6C50}" type="slidenum">
              <a:rPr lang="en-US" smtClean="0"/>
              <a:pPr/>
              <a:t>8</a:t>
            </a:fld>
            <a:endParaRPr lang="en-US"/>
          </a:p>
        </p:txBody>
      </p:sp>
    </p:spTree>
    <p:extLst>
      <p:ext uri="{BB962C8B-B14F-4D97-AF65-F5344CB8AC3E}">
        <p14:creationId xmlns:p14="http://schemas.microsoft.com/office/powerpoint/2010/main" val="162823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17D36D-B23E-D24A-A897-F1A1233D6C50}" type="slidenum">
              <a:rPr lang="en-US" smtClean="0"/>
              <a:pPr/>
              <a:t>18</a:t>
            </a:fld>
            <a:endParaRPr lang="en-US"/>
          </a:p>
        </p:txBody>
      </p:sp>
    </p:spTree>
    <p:extLst>
      <p:ext uri="{BB962C8B-B14F-4D97-AF65-F5344CB8AC3E}">
        <p14:creationId xmlns:p14="http://schemas.microsoft.com/office/powerpoint/2010/main" val="3791601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17D36D-B23E-D24A-A897-F1A1233D6C50}" type="slidenum">
              <a:rPr lang="en-US" smtClean="0"/>
              <a:pPr/>
              <a:t>32</a:t>
            </a:fld>
            <a:endParaRPr lang="en-US"/>
          </a:p>
        </p:txBody>
      </p:sp>
    </p:spTree>
    <p:extLst>
      <p:ext uri="{BB962C8B-B14F-4D97-AF65-F5344CB8AC3E}">
        <p14:creationId xmlns:p14="http://schemas.microsoft.com/office/powerpoint/2010/main" val="24375209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Option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318288-EE56-4260-1F15-F5275A2D05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71"/>
            <a:ext cx="12191999" cy="6857656"/>
          </a:xfrm>
          <a:prstGeom prst="rect">
            <a:avLst/>
          </a:prstGeom>
        </p:spPr>
      </p:pic>
      <p:sp>
        <p:nvSpPr>
          <p:cNvPr id="14" name="Title 12">
            <a:extLst>
              <a:ext uri="{FF2B5EF4-FFF2-40B4-BE49-F238E27FC236}">
                <a16:creationId xmlns:a16="http://schemas.microsoft.com/office/drawing/2014/main" id="{27D9E0CE-CE85-4C08-AC7A-34FEF8134B31}"/>
              </a:ext>
            </a:extLst>
          </p:cNvPr>
          <p:cNvSpPr>
            <a:spLocks noGrp="1"/>
          </p:cNvSpPr>
          <p:nvPr>
            <p:ph type="title" hasCustomPrompt="1"/>
          </p:nvPr>
        </p:nvSpPr>
        <p:spPr>
          <a:xfrm>
            <a:off x="1656402" y="1576588"/>
            <a:ext cx="6370783" cy="3090851"/>
          </a:xfrm>
        </p:spPr>
        <p:txBody>
          <a:bodyPr anchor="ctr">
            <a:normAutofit/>
          </a:bodyPr>
          <a:lstStyle>
            <a:lvl1pPr algn="l">
              <a:lnSpc>
                <a:spcPts val="4800"/>
              </a:lnSpc>
              <a:defRPr sz="4800" b="1">
                <a:solidFill>
                  <a:schemeClr val="bg1"/>
                </a:solidFill>
                <a:latin typeface="+mj-lt"/>
              </a:defRPr>
            </a:lvl1pPr>
          </a:lstStyle>
          <a:p>
            <a:r>
              <a:rPr lang="en-US"/>
              <a:t>Presentation Title</a:t>
            </a:r>
          </a:p>
        </p:txBody>
      </p:sp>
      <p:sp>
        <p:nvSpPr>
          <p:cNvPr id="17" name="Text Placeholder 15">
            <a:extLst>
              <a:ext uri="{FF2B5EF4-FFF2-40B4-BE49-F238E27FC236}">
                <a16:creationId xmlns:a16="http://schemas.microsoft.com/office/drawing/2014/main" id="{417DB5B9-0223-48BD-B33E-20C6F26662FB}"/>
              </a:ext>
            </a:extLst>
          </p:cNvPr>
          <p:cNvSpPr>
            <a:spLocks noGrp="1"/>
          </p:cNvSpPr>
          <p:nvPr>
            <p:ph type="body" sz="quarter" idx="10" hasCustomPrompt="1"/>
          </p:nvPr>
        </p:nvSpPr>
        <p:spPr>
          <a:xfrm>
            <a:off x="1656402" y="4667440"/>
            <a:ext cx="3936800" cy="468312"/>
          </a:xfrm>
        </p:spPr>
        <p:txBody>
          <a:bodyPr anchor="ctr">
            <a:noAutofit/>
          </a:bodyPr>
          <a:lstStyle>
            <a:lvl1pPr algn="l">
              <a:defRPr sz="2000" b="1">
                <a:solidFill>
                  <a:schemeClr val="bg2"/>
                </a:solidFill>
              </a:defRPr>
            </a:lvl1pPr>
          </a:lstStyle>
          <a:p>
            <a:pPr lvl="0"/>
            <a:r>
              <a:rPr lang="en-US"/>
              <a:t>March 1, 2025</a:t>
            </a:r>
          </a:p>
        </p:txBody>
      </p:sp>
      <p:pic>
        <p:nvPicPr>
          <p:cNvPr id="2" name="Picture 1" descr="A black background with white text&#10;&#10;AI-generated content may be incorrect.">
            <a:extLst>
              <a:ext uri="{FF2B5EF4-FFF2-40B4-BE49-F238E27FC236}">
                <a16:creationId xmlns:a16="http://schemas.microsoft.com/office/drawing/2014/main" id="{54FEDAAB-66EB-ABDF-6CBA-7F06D13D67C9}"/>
              </a:ext>
            </a:extLst>
          </p:cNvPr>
          <p:cNvPicPr>
            <a:picLocks noGrp="1" noRo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1718166" y="589169"/>
            <a:ext cx="1971954" cy="694566"/>
          </a:xfrm>
          <a:prstGeom prst="rect">
            <a:avLst/>
          </a:prstGeom>
        </p:spPr>
      </p:pic>
    </p:spTree>
    <p:extLst>
      <p:ext uri="{BB962C8B-B14F-4D97-AF65-F5344CB8AC3E}">
        <p14:creationId xmlns:p14="http://schemas.microsoft.com/office/powerpoint/2010/main" val="731895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Option 2">
    <p:spTree>
      <p:nvGrpSpPr>
        <p:cNvPr id="1" name=""/>
        <p:cNvGrpSpPr/>
        <p:nvPr/>
      </p:nvGrpSpPr>
      <p:grpSpPr>
        <a:xfrm>
          <a:off x="0" y="0"/>
          <a:ext cx="0" cy="0"/>
          <a:chOff x="0" y="0"/>
          <a:chExt cx="0" cy="0"/>
        </a:xfrm>
      </p:grpSpPr>
      <p:sp>
        <p:nvSpPr>
          <p:cNvPr id="10" name="Right Triangle 9">
            <a:extLst>
              <a:ext uri="{FF2B5EF4-FFF2-40B4-BE49-F238E27FC236}">
                <a16:creationId xmlns:a16="http://schemas.microsoft.com/office/drawing/2014/main" id="{D8970575-7C36-8867-BEF6-505F12BB8A1F}"/>
              </a:ext>
            </a:extLst>
          </p:cNvPr>
          <p:cNvSpPr/>
          <p:nvPr userDrawn="1"/>
        </p:nvSpPr>
        <p:spPr>
          <a:xfrm rot="5400000">
            <a:off x="1455234" y="-1455236"/>
            <a:ext cx="6857998" cy="9768474"/>
          </a:xfrm>
          <a:prstGeom prst="rtTriangle">
            <a:avLst/>
          </a:prstGeom>
          <a:gradFill>
            <a:gsLst>
              <a:gs pos="0">
                <a:schemeClr val="accent2"/>
              </a:gs>
              <a:gs pos="100000">
                <a:schemeClr val="accent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2">
            <a:extLst>
              <a:ext uri="{FF2B5EF4-FFF2-40B4-BE49-F238E27FC236}">
                <a16:creationId xmlns:a16="http://schemas.microsoft.com/office/drawing/2014/main" id="{27D9E0CE-CE85-4C08-AC7A-34FEF8134B31}"/>
              </a:ext>
            </a:extLst>
          </p:cNvPr>
          <p:cNvSpPr>
            <a:spLocks noGrp="1"/>
          </p:cNvSpPr>
          <p:nvPr>
            <p:ph type="title" hasCustomPrompt="1"/>
          </p:nvPr>
        </p:nvSpPr>
        <p:spPr>
          <a:xfrm>
            <a:off x="5884035" y="1697601"/>
            <a:ext cx="5812691" cy="4031577"/>
          </a:xfrm>
        </p:spPr>
        <p:txBody>
          <a:bodyPr anchor="ctr">
            <a:normAutofit/>
          </a:bodyPr>
          <a:lstStyle>
            <a:lvl1pPr algn="r">
              <a:lnSpc>
                <a:spcPts val="4800"/>
              </a:lnSpc>
              <a:defRPr sz="4800" b="1">
                <a:solidFill>
                  <a:schemeClr val="tx2"/>
                </a:solidFill>
                <a:latin typeface="+mj-lt"/>
              </a:defRPr>
            </a:lvl1pPr>
          </a:lstStyle>
          <a:p>
            <a:r>
              <a:rPr lang="en-US"/>
              <a:t>Presentation Title</a:t>
            </a:r>
          </a:p>
        </p:txBody>
      </p:sp>
      <p:sp>
        <p:nvSpPr>
          <p:cNvPr id="17" name="Text Placeholder 15">
            <a:extLst>
              <a:ext uri="{FF2B5EF4-FFF2-40B4-BE49-F238E27FC236}">
                <a16:creationId xmlns:a16="http://schemas.microsoft.com/office/drawing/2014/main" id="{417DB5B9-0223-48BD-B33E-20C6F26662FB}"/>
              </a:ext>
            </a:extLst>
          </p:cNvPr>
          <p:cNvSpPr>
            <a:spLocks noGrp="1"/>
          </p:cNvSpPr>
          <p:nvPr>
            <p:ph type="body" sz="quarter" idx="10" hasCustomPrompt="1"/>
          </p:nvPr>
        </p:nvSpPr>
        <p:spPr>
          <a:xfrm>
            <a:off x="8399590" y="5729178"/>
            <a:ext cx="3297136" cy="468312"/>
          </a:xfrm>
        </p:spPr>
        <p:txBody>
          <a:bodyPr anchor="ctr">
            <a:noAutofit/>
          </a:bodyPr>
          <a:lstStyle>
            <a:lvl1pPr algn="r">
              <a:defRPr sz="2000" b="1">
                <a:solidFill>
                  <a:schemeClr val="tx2"/>
                </a:solidFill>
              </a:defRPr>
            </a:lvl1pPr>
          </a:lstStyle>
          <a:p>
            <a:pPr lvl="0"/>
            <a:r>
              <a:rPr lang="en-US"/>
              <a:t>March 1, 2025</a:t>
            </a:r>
          </a:p>
        </p:txBody>
      </p:sp>
      <p:pic>
        <p:nvPicPr>
          <p:cNvPr id="29" name="Picture 28" descr="A white line drawing of a plant&#10;&#10;AI-generated content may be incorrect.">
            <a:extLst>
              <a:ext uri="{FF2B5EF4-FFF2-40B4-BE49-F238E27FC236}">
                <a16:creationId xmlns:a16="http://schemas.microsoft.com/office/drawing/2014/main" id="{E1C72676-2F7C-3095-6AE2-A9B88ACA8CBA}"/>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p:blipFill>
        <p:spPr>
          <a:xfrm>
            <a:off x="0" y="0"/>
            <a:ext cx="2634559" cy="6305550"/>
          </a:xfrm>
          <a:prstGeom prst="rect">
            <a:avLst/>
          </a:prstGeom>
        </p:spPr>
      </p:pic>
      <p:pic>
        <p:nvPicPr>
          <p:cNvPr id="31" name="Picture 30" descr="A white line drawing of a plant&#10;&#10;AI-generated content may be incorrect.">
            <a:extLst>
              <a:ext uri="{FF2B5EF4-FFF2-40B4-BE49-F238E27FC236}">
                <a16:creationId xmlns:a16="http://schemas.microsoft.com/office/drawing/2014/main" id="{11F5DBD7-460A-F21F-570D-115619A8E93E}"/>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rcRect/>
          <a:stretch/>
        </p:blipFill>
        <p:spPr>
          <a:xfrm flipH="1">
            <a:off x="2384694" y="478"/>
            <a:ext cx="3394895" cy="3298511"/>
          </a:xfrm>
          <a:prstGeom prst="rect">
            <a:avLst/>
          </a:prstGeom>
        </p:spPr>
      </p:pic>
      <p:pic>
        <p:nvPicPr>
          <p:cNvPr id="32" name="Picture 31" descr="A white line drawing of a plant&#10;&#10;AI-generated content may be incorrect.">
            <a:extLst>
              <a:ext uri="{FF2B5EF4-FFF2-40B4-BE49-F238E27FC236}">
                <a16:creationId xmlns:a16="http://schemas.microsoft.com/office/drawing/2014/main" id="{5BB41E5D-0192-C99E-6F26-B0A5378891B8}"/>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rcRect/>
          <a:stretch/>
        </p:blipFill>
        <p:spPr>
          <a:xfrm flipH="1">
            <a:off x="5524355" y="478"/>
            <a:ext cx="3394895" cy="3056106"/>
          </a:xfrm>
          <a:prstGeom prst="rect">
            <a:avLst/>
          </a:prstGeom>
        </p:spPr>
      </p:pic>
      <p:sp>
        <p:nvSpPr>
          <p:cNvPr id="25" name="Right Triangle 24">
            <a:extLst>
              <a:ext uri="{FF2B5EF4-FFF2-40B4-BE49-F238E27FC236}">
                <a16:creationId xmlns:a16="http://schemas.microsoft.com/office/drawing/2014/main" id="{ABD049A5-7B10-5A13-7D14-B874DEB423C1}"/>
              </a:ext>
            </a:extLst>
          </p:cNvPr>
          <p:cNvSpPr/>
          <p:nvPr userDrawn="1"/>
        </p:nvSpPr>
        <p:spPr>
          <a:xfrm rot="16200000" flipH="1">
            <a:off x="7993075" y="-735021"/>
            <a:ext cx="3463900" cy="4933950"/>
          </a:xfrm>
          <a:prstGeom prst="rtTriangle">
            <a:avLst/>
          </a:prstGeom>
          <a:gradFill flip="none" rotWithShape="1">
            <a:gsLst>
              <a:gs pos="0">
                <a:schemeClr val="accent2"/>
              </a:gs>
              <a:gs pos="100000">
                <a:schemeClr val="accent3"/>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ack background with white text&#10;&#10;AI-generated content may be incorrect.">
            <a:extLst>
              <a:ext uri="{FF2B5EF4-FFF2-40B4-BE49-F238E27FC236}">
                <a16:creationId xmlns:a16="http://schemas.microsoft.com/office/drawing/2014/main" id="{3059CDDB-1C65-6C63-ED05-7D7EF83A74DA}"/>
              </a:ext>
            </a:extLst>
          </p:cNvPr>
          <p:cNvPicPr>
            <a:picLocks noGrp="1" noRot="1" noChangeAspect="1" noMove="1" noResize="1" noEditPoints="1" noAdjustHandles="1" noChangeArrowheads="1" noChangeShapeType="1" noCrop="1"/>
          </p:cNvPicPr>
          <p:nvPr userDrawn="1"/>
        </p:nvPicPr>
        <p:blipFill>
          <a:blip r:embed="rId5" cstate="screen">
            <a:extLst>
              <a:ext uri="{28A0092B-C50C-407E-A947-70E740481C1C}">
                <a14:useLocalDpi xmlns:a14="http://schemas.microsoft.com/office/drawing/2010/main"/>
              </a:ext>
            </a:extLst>
          </a:blip>
          <a:stretch>
            <a:fillRect/>
          </a:stretch>
        </p:blipFill>
        <p:spPr>
          <a:xfrm>
            <a:off x="9725025" y="743465"/>
            <a:ext cx="1971954" cy="694566"/>
          </a:xfrm>
          <a:prstGeom prst="rect">
            <a:avLst/>
          </a:prstGeom>
        </p:spPr>
      </p:pic>
      <p:sp>
        <p:nvSpPr>
          <p:cNvPr id="23" name="Rectangle 22">
            <a:extLst>
              <a:ext uri="{FF2B5EF4-FFF2-40B4-BE49-F238E27FC236}">
                <a16:creationId xmlns:a16="http://schemas.microsoft.com/office/drawing/2014/main" id="{14834484-3744-A907-0302-F0F7E9D23BC2}"/>
              </a:ext>
            </a:extLst>
          </p:cNvPr>
          <p:cNvSpPr/>
          <p:nvPr userDrawn="1"/>
        </p:nvSpPr>
        <p:spPr>
          <a:xfrm>
            <a:off x="474111" y="1308583"/>
            <a:ext cx="4783874" cy="5168591"/>
          </a:xfrm>
          <a:prstGeom prst="rect">
            <a:avLst/>
          </a:prstGeom>
          <a:solidFill>
            <a:schemeClr val="bg1"/>
          </a:solidFill>
          <a:ln>
            <a:noFill/>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25">
            <a:extLst>
              <a:ext uri="{FF2B5EF4-FFF2-40B4-BE49-F238E27FC236}">
                <a16:creationId xmlns:a16="http://schemas.microsoft.com/office/drawing/2014/main" id="{75F96D92-9C25-D3E0-23D5-E89F2AC320A0}"/>
              </a:ext>
            </a:extLst>
          </p:cNvPr>
          <p:cNvSpPr>
            <a:spLocks noGrp="1"/>
          </p:cNvSpPr>
          <p:nvPr>
            <p:ph type="pic" sz="quarter" idx="17" hasCustomPrompt="1"/>
          </p:nvPr>
        </p:nvSpPr>
        <p:spPr>
          <a:xfrm>
            <a:off x="582418" y="1438031"/>
            <a:ext cx="4567260" cy="4930245"/>
          </a:xfrm>
        </p:spPr>
        <p:txBody>
          <a:bodyPr anchor="ctr" anchorCtr="0"/>
          <a:lstStyle>
            <a:lvl1pPr algn="ctr">
              <a:defRPr lang="en-US" dirty="0"/>
            </a:lvl1pPr>
          </a:lstStyle>
          <a:p>
            <a:r>
              <a:rPr lang="en-US"/>
              <a:t>Image</a:t>
            </a:r>
          </a:p>
        </p:txBody>
      </p:sp>
    </p:spTree>
    <p:extLst>
      <p:ext uri="{BB962C8B-B14F-4D97-AF65-F5344CB8AC3E}">
        <p14:creationId xmlns:p14="http://schemas.microsoft.com/office/powerpoint/2010/main" val="746366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Option 1">
    <p:spTree>
      <p:nvGrpSpPr>
        <p:cNvPr id="1" name=""/>
        <p:cNvGrpSpPr/>
        <p:nvPr/>
      </p:nvGrpSpPr>
      <p:grpSpPr>
        <a:xfrm>
          <a:off x="0" y="0"/>
          <a:ext cx="0" cy="0"/>
          <a:chOff x="0" y="0"/>
          <a:chExt cx="0" cy="0"/>
        </a:xfrm>
      </p:grpSpPr>
      <p:pic>
        <p:nvPicPr>
          <p:cNvPr id="15" name="Picture 14" descr="A white background with black and white clouds&#10;&#10;AI-generated content may be incorrect.">
            <a:extLst>
              <a:ext uri="{FF2B5EF4-FFF2-40B4-BE49-F238E27FC236}">
                <a16:creationId xmlns:a16="http://schemas.microsoft.com/office/drawing/2014/main" id="{B766DEF6-F5C5-259F-1D43-43029678FAC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71"/>
            <a:ext cx="12192000" cy="6857657"/>
          </a:xfrm>
          <a:prstGeom prst="rect">
            <a:avLst/>
          </a:prstGeom>
        </p:spPr>
      </p:pic>
      <p:sp>
        <p:nvSpPr>
          <p:cNvPr id="53" name="Text Placeholder 15">
            <a:extLst>
              <a:ext uri="{FF2B5EF4-FFF2-40B4-BE49-F238E27FC236}">
                <a16:creationId xmlns:a16="http://schemas.microsoft.com/office/drawing/2014/main" id="{8821CB27-235D-4652-90E9-DF15BB7DFC64}"/>
              </a:ext>
            </a:extLst>
          </p:cNvPr>
          <p:cNvSpPr>
            <a:spLocks noGrp="1"/>
          </p:cNvSpPr>
          <p:nvPr userDrawn="1">
            <p:ph type="body" sz="quarter" idx="14" hasCustomPrompt="1"/>
          </p:nvPr>
        </p:nvSpPr>
        <p:spPr>
          <a:xfrm>
            <a:off x="3108940" y="581747"/>
            <a:ext cx="4754063" cy="355482"/>
          </a:xfrm>
        </p:spPr>
        <p:txBody>
          <a:bodyPr wrap="square">
            <a:spAutoFit/>
          </a:bodyPr>
          <a:lstStyle>
            <a:lvl1pPr>
              <a:defRPr lang="en-US" sz="1900" b="1" cap="none" baseline="0" dirty="0">
                <a:solidFill>
                  <a:schemeClr val="accent1"/>
                </a:solidFill>
                <a:latin typeface="+mj-lt"/>
                <a:cs typeface="Segoe UI Light" panose="020B0502040204020203" pitchFamily="34" charset="0"/>
              </a:defRPr>
            </a:lvl1pPr>
          </a:lstStyle>
          <a:p>
            <a:pPr lvl="0" defTabSz="914400"/>
            <a:r>
              <a:rPr lang="en-US"/>
              <a:t>Click to edit master text styles</a:t>
            </a:r>
          </a:p>
        </p:txBody>
      </p:sp>
      <p:sp>
        <p:nvSpPr>
          <p:cNvPr id="54" name="Text Placeholder 15">
            <a:extLst>
              <a:ext uri="{FF2B5EF4-FFF2-40B4-BE49-F238E27FC236}">
                <a16:creationId xmlns:a16="http://schemas.microsoft.com/office/drawing/2014/main" id="{A45D4F59-9CD8-4F25-BCDA-56B2F3C83F4E}"/>
              </a:ext>
            </a:extLst>
          </p:cNvPr>
          <p:cNvSpPr>
            <a:spLocks noGrp="1"/>
          </p:cNvSpPr>
          <p:nvPr userDrawn="1">
            <p:ph type="body" sz="quarter" idx="15"/>
          </p:nvPr>
        </p:nvSpPr>
        <p:spPr>
          <a:xfrm>
            <a:off x="3108940" y="861105"/>
            <a:ext cx="4754063" cy="293798"/>
          </a:xfrm>
        </p:spPr>
        <p:txBody>
          <a:bodyPr wrap="square">
            <a:spAutoFit/>
          </a:bodyPr>
          <a:lstStyle>
            <a:lvl1pP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7" name="Text Placeholder 15">
            <a:extLst>
              <a:ext uri="{FF2B5EF4-FFF2-40B4-BE49-F238E27FC236}">
                <a16:creationId xmlns:a16="http://schemas.microsoft.com/office/drawing/2014/main" id="{55A1491A-ACD1-4643-A47C-E28D24D3255D}"/>
              </a:ext>
            </a:extLst>
          </p:cNvPr>
          <p:cNvSpPr>
            <a:spLocks noGrp="1"/>
          </p:cNvSpPr>
          <p:nvPr userDrawn="1">
            <p:ph type="body" sz="quarter" idx="16" hasCustomPrompt="1"/>
          </p:nvPr>
        </p:nvSpPr>
        <p:spPr>
          <a:xfrm>
            <a:off x="3108940" y="1588951"/>
            <a:ext cx="4754063" cy="355482"/>
          </a:xfrm>
        </p:spPr>
        <p:txBody>
          <a:bodyPr wrap="square">
            <a:spAutoFit/>
          </a:bodyPr>
          <a:lstStyle>
            <a:lvl1pPr>
              <a:defRPr lang="en-US" sz="1900" b="1" cap="none" baseline="0" dirty="0">
                <a:solidFill>
                  <a:schemeClr val="accent2"/>
                </a:solidFill>
                <a:latin typeface="+mj-lt"/>
                <a:cs typeface="Segoe UI Light" panose="020B0502040204020203" pitchFamily="34" charset="0"/>
              </a:defRPr>
            </a:lvl1pPr>
          </a:lstStyle>
          <a:p>
            <a:pPr lvl="0" defTabSz="914400"/>
            <a:r>
              <a:rPr lang="en-US"/>
              <a:t>Click to edit master text styles</a:t>
            </a:r>
          </a:p>
        </p:txBody>
      </p:sp>
      <p:sp>
        <p:nvSpPr>
          <p:cNvPr id="58" name="Text Placeholder 15">
            <a:extLst>
              <a:ext uri="{FF2B5EF4-FFF2-40B4-BE49-F238E27FC236}">
                <a16:creationId xmlns:a16="http://schemas.microsoft.com/office/drawing/2014/main" id="{D0A21E4D-E26B-4801-810D-F658BB7284BF}"/>
              </a:ext>
            </a:extLst>
          </p:cNvPr>
          <p:cNvSpPr>
            <a:spLocks noGrp="1"/>
          </p:cNvSpPr>
          <p:nvPr userDrawn="1">
            <p:ph type="body" sz="quarter" idx="17"/>
          </p:nvPr>
        </p:nvSpPr>
        <p:spPr>
          <a:xfrm>
            <a:off x="3108940" y="1868309"/>
            <a:ext cx="4754063" cy="293798"/>
          </a:xfrm>
        </p:spPr>
        <p:txBody>
          <a:bodyPr wrap="square">
            <a:spAutoFit/>
          </a:bodyPr>
          <a:lstStyle>
            <a:lvl1pP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61" name="Text Placeholder 15">
            <a:extLst>
              <a:ext uri="{FF2B5EF4-FFF2-40B4-BE49-F238E27FC236}">
                <a16:creationId xmlns:a16="http://schemas.microsoft.com/office/drawing/2014/main" id="{854BBF59-9D35-4C7B-85DD-593CFCC20882}"/>
              </a:ext>
            </a:extLst>
          </p:cNvPr>
          <p:cNvSpPr>
            <a:spLocks noGrp="1"/>
          </p:cNvSpPr>
          <p:nvPr userDrawn="1">
            <p:ph type="body" sz="quarter" idx="18" hasCustomPrompt="1"/>
          </p:nvPr>
        </p:nvSpPr>
        <p:spPr>
          <a:xfrm>
            <a:off x="3108940" y="2590663"/>
            <a:ext cx="4754063" cy="355482"/>
          </a:xfrm>
        </p:spPr>
        <p:txBody>
          <a:bodyPr wrap="square">
            <a:spAutoFit/>
          </a:bodyPr>
          <a:lstStyle>
            <a:lvl1pPr>
              <a:defRPr lang="en-US" sz="1900" b="1" cap="none" baseline="0" dirty="0">
                <a:solidFill>
                  <a:schemeClr val="accent3"/>
                </a:solidFill>
                <a:latin typeface="+mj-lt"/>
                <a:cs typeface="Segoe UI Light" panose="020B0502040204020203" pitchFamily="34" charset="0"/>
              </a:defRPr>
            </a:lvl1pPr>
          </a:lstStyle>
          <a:p>
            <a:pPr lvl="0" defTabSz="914400"/>
            <a:r>
              <a:rPr lang="en-US"/>
              <a:t>Click to edit master text styles</a:t>
            </a:r>
          </a:p>
        </p:txBody>
      </p:sp>
      <p:sp>
        <p:nvSpPr>
          <p:cNvPr id="62" name="Text Placeholder 15">
            <a:extLst>
              <a:ext uri="{FF2B5EF4-FFF2-40B4-BE49-F238E27FC236}">
                <a16:creationId xmlns:a16="http://schemas.microsoft.com/office/drawing/2014/main" id="{71775320-67EC-4397-97A1-6CDF99576431}"/>
              </a:ext>
            </a:extLst>
          </p:cNvPr>
          <p:cNvSpPr>
            <a:spLocks noGrp="1"/>
          </p:cNvSpPr>
          <p:nvPr userDrawn="1">
            <p:ph type="body" sz="quarter" idx="19"/>
          </p:nvPr>
        </p:nvSpPr>
        <p:spPr>
          <a:xfrm>
            <a:off x="3108940" y="2870021"/>
            <a:ext cx="4754063" cy="293798"/>
          </a:xfrm>
        </p:spPr>
        <p:txBody>
          <a:bodyPr wrap="square">
            <a:spAutoFit/>
          </a:bodyPr>
          <a:lstStyle>
            <a:lvl1pP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65" name="Text Placeholder 15">
            <a:extLst>
              <a:ext uri="{FF2B5EF4-FFF2-40B4-BE49-F238E27FC236}">
                <a16:creationId xmlns:a16="http://schemas.microsoft.com/office/drawing/2014/main" id="{4551F1BA-BAC4-41F2-A26B-FFE0358B744F}"/>
              </a:ext>
            </a:extLst>
          </p:cNvPr>
          <p:cNvSpPr>
            <a:spLocks noGrp="1"/>
          </p:cNvSpPr>
          <p:nvPr userDrawn="1">
            <p:ph type="body" sz="quarter" idx="20" hasCustomPrompt="1"/>
          </p:nvPr>
        </p:nvSpPr>
        <p:spPr>
          <a:xfrm>
            <a:off x="3108940" y="3601436"/>
            <a:ext cx="4754063" cy="355482"/>
          </a:xfrm>
        </p:spPr>
        <p:txBody>
          <a:bodyPr wrap="square">
            <a:spAutoFit/>
          </a:bodyPr>
          <a:lstStyle>
            <a:lvl1pPr>
              <a:defRPr lang="en-US" sz="1900" b="1" cap="none" baseline="0" dirty="0">
                <a:solidFill>
                  <a:srgbClr val="0033A1"/>
                </a:solidFill>
                <a:latin typeface="+mj-lt"/>
                <a:cs typeface="Segoe UI Light" panose="020B0502040204020203" pitchFamily="34" charset="0"/>
              </a:defRPr>
            </a:lvl1pPr>
          </a:lstStyle>
          <a:p>
            <a:pPr lvl="0" defTabSz="914400"/>
            <a:r>
              <a:rPr lang="en-US"/>
              <a:t>Click to edit master text styles</a:t>
            </a:r>
          </a:p>
        </p:txBody>
      </p:sp>
      <p:sp>
        <p:nvSpPr>
          <p:cNvPr id="66" name="Text Placeholder 15">
            <a:extLst>
              <a:ext uri="{FF2B5EF4-FFF2-40B4-BE49-F238E27FC236}">
                <a16:creationId xmlns:a16="http://schemas.microsoft.com/office/drawing/2014/main" id="{30CE7ED3-E32C-4F9E-9AC8-EFC24FBC16FB}"/>
              </a:ext>
            </a:extLst>
          </p:cNvPr>
          <p:cNvSpPr>
            <a:spLocks noGrp="1"/>
          </p:cNvSpPr>
          <p:nvPr userDrawn="1">
            <p:ph type="body" sz="quarter" idx="21"/>
          </p:nvPr>
        </p:nvSpPr>
        <p:spPr>
          <a:xfrm>
            <a:off x="3108940" y="3880794"/>
            <a:ext cx="4754063" cy="293798"/>
          </a:xfrm>
        </p:spPr>
        <p:txBody>
          <a:bodyPr wrap="square">
            <a:spAutoFit/>
          </a:bodyPr>
          <a:lstStyle>
            <a:lvl1pP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71" name="Text Placeholder 15">
            <a:extLst>
              <a:ext uri="{FF2B5EF4-FFF2-40B4-BE49-F238E27FC236}">
                <a16:creationId xmlns:a16="http://schemas.microsoft.com/office/drawing/2014/main" id="{CACEE05F-7C8C-4B9F-8E53-7190D61A1BFD}"/>
              </a:ext>
            </a:extLst>
          </p:cNvPr>
          <p:cNvSpPr>
            <a:spLocks noGrp="1"/>
          </p:cNvSpPr>
          <p:nvPr>
            <p:ph type="body" sz="quarter" idx="22" hasCustomPrompt="1"/>
          </p:nvPr>
        </p:nvSpPr>
        <p:spPr>
          <a:xfrm>
            <a:off x="3108940" y="4598582"/>
            <a:ext cx="4754063" cy="355482"/>
          </a:xfrm>
        </p:spPr>
        <p:txBody>
          <a:bodyPr wrap="square">
            <a:spAutoFit/>
          </a:bodyPr>
          <a:lstStyle>
            <a:lvl1pPr>
              <a:defRPr lang="en-US" sz="1900" b="1" cap="none" baseline="0" dirty="0">
                <a:solidFill>
                  <a:schemeClr val="tx2"/>
                </a:solidFill>
                <a:latin typeface="+mj-lt"/>
                <a:cs typeface="Segoe UI Light" panose="020B0502040204020203" pitchFamily="34" charset="0"/>
              </a:defRPr>
            </a:lvl1pPr>
          </a:lstStyle>
          <a:p>
            <a:pPr lvl="0" defTabSz="914400"/>
            <a:r>
              <a:rPr lang="en-US"/>
              <a:t>Click to edit master text styles</a:t>
            </a:r>
          </a:p>
        </p:txBody>
      </p:sp>
      <p:sp>
        <p:nvSpPr>
          <p:cNvPr id="72" name="Text Placeholder 15">
            <a:extLst>
              <a:ext uri="{FF2B5EF4-FFF2-40B4-BE49-F238E27FC236}">
                <a16:creationId xmlns:a16="http://schemas.microsoft.com/office/drawing/2014/main" id="{72484010-9BB5-4310-8A7F-C4059273A868}"/>
              </a:ext>
            </a:extLst>
          </p:cNvPr>
          <p:cNvSpPr>
            <a:spLocks noGrp="1"/>
          </p:cNvSpPr>
          <p:nvPr>
            <p:ph type="body" sz="quarter" idx="23"/>
          </p:nvPr>
        </p:nvSpPr>
        <p:spPr>
          <a:xfrm>
            <a:off x="3108940" y="4877940"/>
            <a:ext cx="4754063" cy="293798"/>
          </a:xfrm>
        </p:spPr>
        <p:txBody>
          <a:bodyPr wrap="square">
            <a:spAutoFit/>
          </a:bodyPr>
          <a:lstStyle>
            <a:lvl1pP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2" name="Text Placeholder 15">
            <a:extLst>
              <a:ext uri="{FF2B5EF4-FFF2-40B4-BE49-F238E27FC236}">
                <a16:creationId xmlns:a16="http://schemas.microsoft.com/office/drawing/2014/main" id="{75859CF4-9558-FEBB-1DB4-D86F48BA0324}"/>
              </a:ext>
            </a:extLst>
          </p:cNvPr>
          <p:cNvSpPr>
            <a:spLocks noGrp="1"/>
          </p:cNvSpPr>
          <p:nvPr>
            <p:ph type="body" sz="quarter" idx="24" hasCustomPrompt="1"/>
          </p:nvPr>
        </p:nvSpPr>
        <p:spPr>
          <a:xfrm>
            <a:off x="3108940" y="5622941"/>
            <a:ext cx="4754063" cy="355482"/>
          </a:xfrm>
        </p:spPr>
        <p:txBody>
          <a:bodyPr wrap="square">
            <a:spAutoFit/>
          </a:bodyPr>
          <a:lstStyle>
            <a:lvl1pPr>
              <a:defRPr lang="en-US" sz="1900" b="1" cap="none" baseline="0" dirty="0">
                <a:solidFill>
                  <a:schemeClr val="accent1"/>
                </a:solidFill>
                <a:latin typeface="+mj-lt"/>
                <a:cs typeface="Segoe UI Light" panose="020B0502040204020203" pitchFamily="34" charset="0"/>
              </a:defRPr>
            </a:lvl1pPr>
          </a:lstStyle>
          <a:p>
            <a:pPr lvl="0" defTabSz="914400"/>
            <a:r>
              <a:rPr lang="en-US"/>
              <a:t>Click to edit master text styles</a:t>
            </a:r>
          </a:p>
        </p:txBody>
      </p:sp>
      <p:sp>
        <p:nvSpPr>
          <p:cNvPr id="13" name="Text Placeholder 15">
            <a:extLst>
              <a:ext uri="{FF2B5EF4-FFF2-40B4-BE49-F238E27FC236}">
                <a16:creationId xmlns:a16="http://schemas.microsoft.com/office/drawing/2014/main" id="{EF28F280-14AE-C64C-5C51-C5BDA5DFB8AE}"/>
              </a:ext>
            </a:extLst>
          </p:cNvPr>
          <p:cNvSpPr>
            <a:spLocks noGrp="1"/>
          </p:cNvSpPr>
          <p:nvPr>
            <p:ph type="body" sz="quarter" idx="25"/>
          </p:nvPr>
        </p:nvSpPr>
        <p:spPr>
          <a:xfrm>
            <a:off x="3108940" y="5902299"/>
            <a:ext cx="4754063" cy="293798"/>
          </a:xfrm>
        </p:spPr>
        <p:txBody>
          <a:bodyPr wrap="square">
            <a:spAutoFit/>
          </a:bodyPr>
          <a:lstStyle>
            <a:lvl1pP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 name="Picture Placeholder 25">
            <a:extLst>
              <a:ext uri="{FF2B5EF4-FFF2-40B4-BE49-F238E27FC236}">
                <a16:creationId xmlns:a16="http://schemas.microsoft.com/office/drawing/2014/main" id="{C4C6C6BE-082B-E442-5B3C-1617BA6D6BA7}"/>
              </a:ext>
            </a:extLst>
          </p:cNvPr>
          <p:cNvSpPr>
            <a:spLocks noGrp="1"/>
          </p:cNvSpPr>
          <p:nvPr>
            <p:ph type="pic" sz="quarter" idx="32" hasCustomPrompt="1"/>
          </p:nvPr>
        </p:nvSpPr>
        <p:spPr>
          <a:xfrm>
            <a:off x="8443609" y="1"/>
            <a:ext cx="3748392" cy="6857828"/>
          </a:xfrm>
        </p:spPr>
        <p:txBody>
          <a:bodyPr anchor="ctr" anchorCtr="0"/>
          <a:lstStyle>
            <a:lvl1pPr algn="ctr">
              <a:defRPr lang="en-US" dirty="0"/>
            </a:lvl1pPr>
          </a:lstStyle>
          <a:p>
            <a:r>
              <a:rPr lang="en-US"/>
              <a:t>Image</a:t>
            </a:r>
          </a:p>
        </p:txBody>
      </p:sp>
    </p:spTree>
    <p:extLst>
      <p:ext uri="{BB962C8B-B14F-4D97-AF65-F5344CB8AC3E}">
        <p14:creationId xmlns:p14="http://schemas.microsoft.com/office/powerpoint/2010/main" val="361206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 Option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7C5B11-D72C-B86B-DB87-F67A167314A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71"/>
            <a:ext cx="12191999" cy="6857657"/>
          </a:xfrm>
          <a:prstGeom prst="rect">
            <a:avLst/>
          </a:prstGeom>
        </p:spPr>
      </p:pic>
      <p:sp>
        <p:nvSpPr>
          <p:cNvPr id="53" name="Text Placeholder 15">
            <a:extLst>
              <a:ext uri="{FF2B5EF4-FFF2-40B4-BE49-F238E27FC236}">
                <a16:creationId xmlns:a16="http://schemas.microsoft.com/office/drawing/2014/main" id="{8821CB27-235D-4652-90E9-DF15BB7DFC64}"/>
              </a:ext>
            </a:extLst>
          </p:cNvPr>
          <p:cNvSpPr>
            <a:spLocks noGrp="1"/>
          </p:cNvSpPr>
          <p:nvPr userDrawn="1">
            <p:ph type="body" sz="quarter" idx="14" hasCustomPrompt="1"/>
          </p:nvPr>
        </p:nvSpPr>
        <p:spPr>
          <a:xfrm>
            <a:off x="1741955" y="1260803"/>
            <a:ext cx="2081897" cy="881780"/>
          </a:xfrm>
        </p:spPr>
        <p:txBody>
          <a:bodyPr wrap="square">
            <a:spAutoFit/>
          </a:bodyPr>
          <a:lstStyle>
            <a:lvl1pPr algn="r">
              <a:defRPr lang="en-US" sz="1900" b="1" cap="none" baseline="0" dirty="0">
                <a:solidFill>
                  <a:schemeClr val="accent1"/>
                </a:solidFill>
                <a:latin typeface="+mj-lt"/>
                <a:cs typeface="Segoe UI Light" panose="020B0502040204020203" pitchFamily="34" charset="0"/>
              </a:defRPr>
            </a:lvl1pPr>
          </a:lstStyle>
          <a:p>
            <a:pPr lvl="0" defTabSz="914400"/>
            <a:r>
              <a:rPr lang="en-US"/>
              <a:t>Click to edit master text styles</a:t>
            </a:r>
          </a:p>
        </p:txBody>
      </p:sp>
      <p:sp>
        <p:nvSpPr>
          <p:cNvPr id="54" name="Text Placeholder 15">
            <a:extLst>
              <a:ext uri="{FF2B5EF4-FFF2-40B4-BE49-F238E27FC236}">
                <a16:creationId xmlns:a16="http://schemas.microsoft.com/office/drawing/2014/main" id="{A45D4F59-9CD8-4F25-BCDA-56B2F3C83F4E}"/>
              </a:ext>
            </a:extLst>
          </p:cNvPr>
          <p:cNvSpPr>
            <a:spLocks noGrp="1"/>
          </p:cNvSpPr>
          <p:nvPr userDrawn="1">
            <p:ph type="body" sz="quarter" idx="15"/>
          </p:nvPr>
        </p:nvSpPr>
        <p:spPr>
          <a:xfrm>
            <a:off x="1741956" y="2155862"/>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 name="Text Placeholder 15">
            <a:extLst>
              <a:ext uri="{FF2B5EF4-FFF2-40B4-BE49-F238E27FC236}">
                <a16:creationId xmlns:a16="http://schemas.microsoft.com/office/drawing/2014/main" id="{1FE23FD0-8A4E-5A3A-AF5C-C10906426683}"/>
              </a:ext>
            </a:extLst>
          </p:cNvPr>
          <p:cNvSpPr>
            <a:spLocks noGrp="1"/>
          </p:cNvSpPr>
          <p:nvPr>
            <p:ph type="body" sz="quarter" idx="16" hasCustomPrompt="1"/>
          </p:nvPr>
        </p:nvSpPr>
        <p:spPr>
          <a:xfrm>
            <a:off x="1741956" y="4173526"/>
            <a:ext cx="2081897" cy="881780"/>
          </a:xfrm>
        </p:spPr>
        <p:txBody>
          <a:bodyPr wrap="square">
            <a:spAutoFit/>
          </a:bodyPr>
          <a:lstStyle>
            <a:lvl1pPr algn="r">
              <a:defRPr lang="en-US" sz="1900" b="1" cap="none" baseline="0" dirty="0">
                <a:solidFill>
                  <a:schemeClr val="accent1"/>
                </a:solidFill>
                <a:latin typeface="+mj-lt"/>
                <a:cs typeface="Segoe UI Light" panose="020B0502040204020203" pitchFamily="34" charset="0"/>
              </a:defRPr>
            </a:lvl1pPr>
          </a:lstStyle>
          <a:p>
            <a:pPr lvl="0" defTabSz="914400"/>
            <a:r>
              <a:rPr lang="en-US"/>
              <a:t>Click to edit master text styles</a:t>
            </a:r>
          </a:p>
        </p:txBody>
      </p:sp>
      <p:sp>
        <p:nvSpPr>
          <p:cNvPr id="14" name="Text Placeholder 15">
            <a:extLst>
              <a:ext uri="{FF2B5EF4-FFF2-40B4-BE49-F238E27FC236}">
                <a16:creationId xmlns:a16="http://schemas.microsoft.com/office/drawing/2014/main" id="{46037A85-6628-E5C4-B6E1-0AAE549B5328}"/>
              </a:ext>
            </a:extLst>
          </p:cNvPr>
          <p:cNvSpPr>
            <a:spLocks noGrp="1"/>
          </p:cNvSpPr>
          <p:nvPr>
            <p:ph type="body" sz="quarter" idx="17"/>
          </p:nvPr>
        </p:nvSpPr>
        <p:spPr>
          <a:xfrm>
            <a:off x="1741957" y="5068585"/>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5" name="Text Placeholder 15">
            <a:extLst>
              <a:ext uri="{FF2B5EF4-FFF2-40B4-BE49-F238E27FC236}">
                <a16:creationId xmlns:a16="http://schemas.microsoft.com/office/drawing/2014/main" id="{0187D825-485D-8370-3139-FE67113BD681}"/>
              </a:ext>
            </a:extLst>
          </p:cNvPr>
          <p:cNvSpPr>
            <a:spLocks noGrp="1"/>
          </p:cNvSpPr>
          <p:nvPr>
            <p:ph type="body" sz="quarter" idx="18" hasCustomPrompt="1"/>
          </p:nvPr>
        </p:nvSpPr>
        <p:spPr>
          <a:xfrm>
            <a:off x="1741957" y="717477"/>
            <a:ext cx="2081897" cy="646331"/>
          </a:xfrm>
        </p:spPr>
        <p:txBody>
          <a:bodyPr wrap="square">
            <a:spAutoFit/>
          </a:bodyPr>
          <a:lstStyle>
            <a:lvl1pPr algn="r">
              <a:defRPr lang="en-US" sz="4000" b="1" cap="none" baseline="0" dirty="0">
                <a:solidFill>
                  <a:schemeClr val="accent1"/>
                </a:solidFill>
                <a:latin typeface="+mj-lt"/>
                <a:cs typeface="Segoe UI Light" panose="020B0502040204020203" pitchFamily="34" charset="0"/>
              </a:defRPr>
            </a:lvl1pPr>
          </a:lstStyle>
          <a:p>
            <a:pPr lvl="0" defTabSz="914400"/>
            <a:r>
              <a:rPr lang="en-US"/>
              <a:t>1</a:t>
            </a:r>
          </a:p>
        </p:txBody>
      </p:sp>
      <p:sp>
        <p:nvSpPr>
          <p:cNvPr id="16" name="Text Placeholder 15">
            <a:extLst>
              <a:ext uri="{FF2B5EF4-FFF2-40B4-BE49-F238E27FC236}">
                <a16:creationId xmlns:a16="http://schemas.microsoft.com/office/drawing/2014/main" id="{2B93D73B-686C-A32A-F67D-71D80890A834}"/>
              </a:ext>
            </a:extLst>
          </p:cNvPr>
          <p:cNvSpPr>
            <a:spLocks noGrp="1"/>
          </p:cNvSpPr>
          <p:nvPr>
            <p:ph type="body" sz="quarter" idx="19" hasCustomPrompt="1"/>
          </p:nvPr>
        </p:nvSpPr>
        <p:spPr>
          <a:xfrm>
            <a:off x="1741957" y="3629235"/>
            <a:ext cx="2081897" cy="646331"/>
          </a:xfrm>
        </p:spPr>
        <p:txBody>
          <a:bodyPr wrap="square">
            <a:spAutoFit/>
          </a:bodyPr>
          <a:lstStyle>
            <a:lvl1pPr algn="r">
              <a:defRPr lang="en-US" sz="4000" b="1" cap="none" baseline="0" dirty="0">
                <a:solidFill>
                  <a:schemeClr val="accent1"/>
                </a:solidFill>
                <a:latin typeface="+mj-lt"/>
                <a:cs typeface="Segoe UI Light" panose="020B0502040204020203" pitchFamily="34" charset="0"/>
              </a:defRPr>
            </a:lvl1pPr>
          </a:lstStyle>
          <a:p>
            <a:pPr lvl="0" defTabSz="914400"/>
            <a:r>
              <a:rPr lang="en-US"/>
              <a:t>2</a:t>
            </a:r>
          </a:p>
        </p:txBody>
      </p:sp>
      <p:sp>
        <p:nvSpPr>
          <p:cNvPr id="17" name="Text Placeholder 15">
            <a:extLst>
              <a:ext uri="{FF2B5EF4-FFF2-40B4-BE49-F238E27FC236}">
                <a16:creationId xmlns:a16="http://schemas.microsoft.com/office/drawing/2014/main" id="{3B125D96-6A84-44AF-5E84-28F2E42C799C}"/>
              </a:ext>
            </a:extLst>
          </p:cNvPr>
          <p:cNvSpPr>
            <a:spLocks noGrp="1"/>
          </p:cNvSpPr>
          <p:nvPr>
            <p:ph type="body" sz="quarter" idx="20" hasCustomPrompt="1"/>
          </p:nvPr>
        </p:nvSpPr>
        <p:spPr>
          <a:xfrm>
            <a:off x="4415886" y="1260803"/>
            <a:ext cx="2081897" cy="881780"/>
          </a:xfrm>
        </p:spPr>
        <p:txBody>
          <a:bodyPr wrap="square">
            <a:spAutoFit/>
          </a:bodyPr>
          <a:lstStyle>
            <a:lvl1pPr algn="r">
              <a:defRPr lang="en-US" sz="1900" b="1" cap="none" baseline="0" dirty="0">
                <a:solidFill>
                  <a:schemeClr val="accent2"/>
                </a:solidFill>
                <a:latin typeface="+mj-lt"/>
                <a:cs typeface="Segoe UI Light" panose="020B0502040204020203" pitchFamily="34" charset="0"/>
              </a:defRPr>
            </a:lvl1pPr>
          </a:lstStyle>
          <a:p>
            <a:pPr lvl="0" defTabSz="914400"/>
            <a:r>
              <a:rPr lang="en-US"/>
              <a:t>Click to edit master text styles</a:t>
            </a:r>
          </a:p>
        </p:txBody>
      </p:sp>
      <p:sp>
        <p:nvSpPr>
          <p:cNvPr id="18" name="Text Placeholder 15">
            <a:extLst>
              <a:ext uri="{FF2B5EF4-FFF2-40B4-BE49-F238E27FC236}">
                <a16:creationId xmlns:a16="http://schemas.microsoft.com/office/drawing/2014/main" id="{CDE97F0A-D9CD-BC62-4258-E2BD3A122E56}"/>
              </a:ext>
            </a:extLst>
          </p:cNvPr>
          <p:cNvSpPr>
            <a:spLocks noGrp="1"/>
          </p:cNvSpPr>
          <p:nvPr>
            <p:ph type="body" sz="quarter" idx="21"/>
          </p:nvPr>
        </p:nvSpPr>
        <p:spPr>
          <a:xfrm>
            <a:off x="4415887" y="2157521"/>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9" name="Text Placeholder 15">
            <a:extLst>
              <a:ext uri="{FF2B5EF4-FFF2-40B4-BE49-F238E27FC236}">
                <a16:creationId xmlns:a16="http://schemas.microsoft.com/office/drawing/2014/main" id="{AF763E64-6F2B-F1CF-2E57-1BB8D2FB2134}"/>
              </a:ext>
            </a:extLst>
          </p:cNvPr>
          <p:cNvSpPr>
            <a:spLocks noGrp="1"/>
          </p:cNvSpPr>
          <p:nvPr>
            <p:ph type="body" sz="quarter" idx="22" hasCustomPrompt="1"/>
          </p:nvPr>
        </p:nvSpPr>
        <p:spPr>
          <a:xfrm>
            <a:off x="4415887" y="4173526"/>
            <a:ext cx="2081897" cy="881780"/>
          </a:xfrm>
        </p:spPr>
        <p:txBody>
          <a:bodyPr wrap="square">
            <a:spAutoFit/>
          </a:bodyPr>
          <a:lstStyle>
            <a:lvl1pPr algn="r">
              <a:defRPr lang="en-US" sz="1900" b="1" cap="none" baseline="0" dirty="0">
                <a:solidFill>
                  <a:schemeClr val="accent2"/>
                </a:solidFill>
                <a:latin typeface="+mj-lt"/>
                <a:cs typeface="Segoe UI Light" panose="020B0502040204020203" pitchFamily="34" charset="0"/>
              </a:defRPr>
            </a:lvl1pPr>
          </a:lstStyle>
          <a:p>
            <a:pPr lvl="0" defTabSz="914400"/>
            <a:r>
              <a:rPr lang="en-US"/>
              <a:t>Click to edit master text styles</a:t>
            </a:r>
          </a:p>
        </p:txBody>
      </p:sp>
      <p:sp>
        <p:nvSpPr>
          <p:cNvPr id="20" name="Text Placeholder 15">
            <a:extLst>
              <a:ext uri="{FF2B5EF4-FFF2-40B4-BE49-F238E27FC236}">
                <a16:creationId xmlns:a16="http://schemas.microsoft.com/office/drawing/2014/main" id="{88854F03-AA21-C55E-B1C7-E96C161C607F}"/>
              </a:ext>
            </a:extLst>
          </p:cNvPr>
          <p:cNvSpPr>
            <a:spLocks noGrp="1"/>
          </p:cNvSpPr>
          <p:nvPr>
            <p:ph type="body" sz="quarter" idx="23"/>
          </p:nvPr>
        </p:nvSpPr>
        <p:spPr>
          <a:xfrm>
            <a:off x="4415888" y="5070244"/>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1" name="Text Placeholder 15">
            <a:extLst>
              <a:ext uri="{FF2B5EF4-FFF2-40B4-BE49-F238E27FC236}">
                <a16:creationId xmlns:a16="http://schemas.microsoft.com/office/drawing/2014/main" id="{E2CD65E1-D51F-E635-832D-6152C76A527B}"/>
              </a:ext>
            </a:extLst>
          </p:cNvPr>
          <p:cNvSpPr>
            <a:spLocks noGrp="1"/>
          </p:cNvSpPr>
          <p:nvPr>
            <p:ph type="body" sz="quarter" idx="24" hasCustomPrompt="1"/>
          </p:nvPr>
        </p:nvSpPr>
        <p:spPr>
          <a:xfrm>
            <a:off x="4415888" y="719136"/>
            <a:ext cx="2081897" cy="646331"/>
          </a:xfrm>
        </p:spPr>
        <p:txBody>
          <a:bodyPr wrap="square">
            <a:spAutoFit/>
          </a:bodyPr>
          <a:lstStyle>
            <a:lvl1pPr algn="r">
              <a:defRPr lang="en-US" sz="4000" b="1" cap="none" baseline="0" dirty="0">
                <a:solidFill>
                  <a:schemeClr val="accent2"/>
                </a:solidFill>
                <a:latin typeface="+mj-lt"/>
                <a:cs typeface="Segoe UI Light" panose="020B0502040204020203" pitchFamily="34" charset="0"/>
              </a:defRPr>
            </a:lvl1pPr>
          </a:lstStyle>
          <a:p>
            <a:pPr lvl="0" defTabSz="914400"/>
            <a:r>
              <a:rPr lang="en-US"/>
              <a:t>3</a:t>
            </a:r>
          </a:p>
        </p:txBody>
      </p:sp>
      <p:sp>
        <p:nvSpPr>
          <p:cNvPr id="22" name="Text Placeholder 15">
            <a:extLst>
              <a:ext uri="{FF2B5EF4-FFF2-40B4-BE49-F238E27FC236}">
                <a16:creationId xmlns:a16="http://schemas.microsoft.com/office/drawing/2014/main" id="{16BA01A7-572E-86FC-833F-8B44232CD59F}"/>
              </a:ext>
            </a:extLst>
          </p:cNvPr>
          <p:cNvSpPr>
            <a:spLocks noGrp="1"/>
          </p:cNvSpPr>
          <p:nvPr>
            <p:ph type="body" sz="quarter" idx="25" hasCustomPrompt="1"/>
          </p:nvPr>
        </p:nvSpPr>
        <p:spPr>
          <a:xfrm>
            <a:off x="4415888" y="3630894"/>
            <a:ext cx="2081897" cy="646331"/>
          </a:xfrm>
        </p:spPr>
        <p:txBody>
          <a:bodyPr wrap="square">
            <a:spAutoFit/>
          </a:bodyPr>
          <a:lstStyle>
            <a:lvl1pPr algn="r">
              <a:defRPr lang="en-US" sz="4000" b="1" cap="none" baseline="0" dirty="0">
                <a:solidFill>
                  <a:schemeClr val="accent2"/>
                </a:solidFill>
                <a:latin typeface="+mj-lt"/>
                <a:cs typeface="Segoe UI Light" panose="020B0502040204020203" pitchFamily="34" charset="0"/>
              </a:defRPr>
            </a:lvl1pPr>
          </a:lstStyle>
          <a:p>
            <a:pPr lvl="0" defTabSz="914400"/>
            <a:r>
              <a:rPr lang="en-US"/>
              <a:t>4</a:t>
            </a:r>
          </a:p>
        </p:txBody>
      </p:sp>
      <p:sp>
        <p:nvSpPr>
          <p:cNvPr id="23" name="Text Placeholder 15">
            <a:extLst>
              <a:ext uri="{FF2B5EF4-FFF2-40B4-BE49-F238E27FC236}">
                <a16:creationId xmlns:a16="http://schemas.microsoft.com/office/drawing/2014/main" id="{19DAEBD0-46EC-903D-A72C-737A6C92060D}"/>
              </a:ext>
            </a:extLst>
          </p:cNvPr>
          <p:cNvSpPr>
            <a:spLocks noGrp="1"/>
          </p:cNvSpPr>
          <p:nvPr>
            <p:ph type="body" sz="quarter" idx="26" hasCustomPrompt="1"/>
          </p:nvPr>
        </p:nvSpPr>
        <p:spPr>
          <a:xfrm>
            <a:off x="7089815" y="1260803"/>
            <a:ext cx="2081897" cy="881780"/>
          </a:xfrm>
        </p:spPr>
        <p:txBody>
          <a:bodyPr wrap="square">
            <a:spAutoFit/>
          </a:bodyPr>
          <a:lstStyle>
            <a:lvl1pPr algn="r">
              <a:defRPr lang="en-US" sz="1900" b="1" cap="none" baseline="0" dirty="0">
                <a:solidFill>
                  <a:schemeClr val="accent3"/>
                </a:solidFill>
                <a:latin typeface="+mj-lt"/>
                <a:cs typeface="Segoe UI Light" panose="020B0502040204020203" pitchFamily="34" charset="0"/>
              </a:defRPr>
            </a:lvl1pPr>
          </a:lstStyle>
          <a:p>
            <a:pPr lvl="0" defTabSz="914400"/>
            <a:r>
              <a:rPr lang="en-US"/>
              <a:t>Click to edit master text styles</a:t>
            </a:r>
          </a:p>
        </p:txBody>
      </p:sp>
      <p:sp>
        <p:nvSpPr>
          <p:cNvPr id="24" name="Text Placeholder 15">
            <a:extLst>
              <a:ext uri="{FF2B5EF4-FFF2-40B4-BE49-F238E27FC236}">
                <a16:creationId xmlns:a16="http://schemas.microsoft.com/office/drawing/2014/main" id="{BF0CF8A5-526A-D6F2-1A04-D41C4D677AC8}"/>
              </a:ext>
            </a:extLst>
          </p:cNvPr>
          <p:cNvSpPr>
            <a:spLocks noGrp="1"/>
          </p:cNvSpPr>
          <p:nvPr>
            <p:ph type="body" sz="quarter" idx="27"/>
          </p:nvPr>
        </p:nvSpPr>
        <p:spPr>
          <a:xfrm>
            <a:off x="7089816" y="2149943"/>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5" name="Text Placeholder 15">
            <a:extLst>
              <a:ext uri="{FF2B5EF4-FFF2-40B4-BE49-F238E27FC236}">
                <a16:creationId xmlns:a16="http://schemas.microsoft.com/office/drawing/2014/main" id="{6F05D113-B41F-6CF2-4D75-963BD1928647}"/>
              </a:ext>
            </a:extLst>
          </p:cNvPr>
          <p:cNvSpPr>
            <a:spLocks noGrp="1"/>
          </p:cNvSpPr>
          <p:nvPr>
            <p:ph type="body" sz="quarter" idx="28" hasCustomPrompt="1"/>
          </p:nvPr>
        </p:nvSpPr>
        <p:spPr>
          <a:xfrm>
            <a:off x="7089816" y="4173526"/>
            <a:ext cx="2081897" cy="881780"/>
          </a:xfrm>
        </p:spPr>
        <p:txBody>
          <a:bodyPr wrap="square">
            <a:spAutoFit/>
          </a:bodyPr>
          <a:lstStyle>
            <a:lvl1pPr algn="r">
              <a:defRPr lang="en-US" sz="1900" b="1" cap="none" baseline="0" dirty="0">
                <a:solidFill>
                  <a:schemeClr val="accent3"/>
                </a:solidFill>
                <a:latin typeface="+mj-lt"/>
                <a:cs typeface="Segoe UI Light" panose="020B0502040204020203" pitchFamily="34" charset="0"/>
              </a:defRPr>
            </a:lvl1pPr>
          </a:lstStyle>
          <a:p>
            <a:pPr lvl="0" defTabSz="914400"/>
            <a:r>
              <a:rPr lang="en-US"/>
              <a:t>Click to edit master text styles</a:t>
            </a:r>
          </a:p>
        </p:txBody>
      </p:sp>
      <p:sp>
        <p:nvSpPr>
          <p:cNvPr id="26" name="Text Placeholder 15">
            <a:extLst>
              <a:ext uri="{FF2B5EF4-FFF2-40B4-BE49-F238E27FC236}">
                <a16:creationId xmlns:a16="http://schemas.microsoft.com/office/drawing/2014/main" id="{E3F6916D-2A6C-7A51-5B19-B0E585DE0765}"/>
              </a:ext>
            </a:extLst>
          </p:cNvPr>
          <p:cNvSpPr>
            <a:spLocks noGrp="1"/>
          </p:cNvSpPr>
          <p:nvPr>
            <p:ph type="body" sz="quarter" idx="29"/>
          </p:nvPr>
        </p:nvSpPr>
        <p:spPr>
          <a:xfrm>
            <a:off x="7089817" y="5062666"/>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7" name="Text Placeholder 15">
            <a:extLst>
              <a:ext uri="{FF2B5EF4-FFF2-40B4-BE49-F238E27FC236}">
                <a16:creationId xmlns:a16="http://schemas.microsoft.com/office/drawing/2014/main" id="{502648F4-A21C-A61C-4DEE-D0C134B3E158}"/>
              </a:ext>
            </a:extLst>
          </p:cNvPr>
          <p:cNvSpPr>
            <a:spLocks noGrp="1"/>
          </p:cNvSpPr>
          <p:nvPr>
            <p:ph type="body" sz="quarter" idx="30" hasCustomPrompt="1"/>
          </p:nvPr>
        </p:nvSpPr>
        <p:spPr>
          <a:xfrm>
            <a:off x="7089817" y="711558"/>
            <a:ext cx="2081897" cy="646331"/>
          </a:xfrm>
        </p:spPr>
        <p:txBody>
          <a:bodyPr wrap="square">
            <a:spAutoFit/>
          </a:bodyPr>
          <a:lstStyle>
            <a:lvl1pPr algn="r">
              <a:defRPr lang="en-US" sz="4000" b="1" cap="none" baseline="0" dirty="0">
                <a:solidFill>
                  <a:schemeClr val="accent3"/>
                </a:solidFill>
                <a:latin typeface="+mj-lt"/>
                <a:cs typeface="Segoe UI Light" panose="020B0502040204020203" pitchFamily="34" charset="0"/>
              </a:defRPr>
            </a:lvl1pPr>
          </a:lstStyle>
          <a:p>
            <a:pPr lvl="0" defTabSz="914400"/>
            <a:r>
              <a:rPr lang="en-US"/>
              <a:t>5</a:t>
            </a:r>
          </a:p>
        </p:txBody>
      </p:sp>
      <p:sp>
        <p:nvSpPr>
          <p:cNvPr id="28" name="Text Placeholder 15">
            <a:extLst>
              <a:ext uri="{FF2B5EF4-FFF2-40B4-BE49-F238E27FC236}">
                <a16:creationId xmlns:a16="http://schemas.microsoft.com/office/drawing/2014/main" id="{E32FB501-4DBE-2110-F1E0-F50BFFCF26C7}"/>
              </a:ext>
            </a:extLst>
          </p:cNvPr>
          <p:cNvSpPr>
            <a:spLocks noGrp="1"/>
          </p:cNvSpPr>
          <p:nvPr>
            <p:ph type="body" sz="quarter" idx="31" hasCustomPrompt="1"/>
          </p:nvPr>
        </p:nvSpPr>
        <p:spPr>
          <a:xfrm>
            <a:off x="7089817" y="3623316"/>
            <a:ext cx="2081897" cy="646331"/>
          </a:xfrm>
        </p:spPr>
        <p:txBody>
          <a:bodyPr wrap="square">
            <a:spAutoFit/>
          </a:bodyPr>
          <a:lstStyle>
            <a:lvl1pPr algn="r">
              <a:defRPr lang="en-US" sz="4000" b="1" cap="none" baseline="0" dirty="0">
                <a:solidFill>
                  <a:schemeClr val="accent3"/>
                </a:solidFill>
                <a:latin typeface="+mj-lt"/>
                <a:cs typeface="Segoe UI Light" panose="020B0502040204020203" pitchFamily="34" charset="0"/>
              </a:defRPr>
            </a:lvl1pPr>
          </a:lstStyle>
          <a:p>
            <a:pPr lvl="0" defTabSz="914400"/>
            <a:r>
              <a:rPr lang="en-US"/>
              <a:t>6</a:t>
            </a:r>
          </a:p>
        </p:txBody>
      </p:sp>
      <p:sp>
        <p:nvSpPr>
          <p:cNvPr id="29" name="Text Placeholder 15">
            <a:extLst>
              <a:ext uri="{FF2B5EF4-FFF2-40B4-BE49-F238E27FC236}">
                <a16:creationId xmlns:a16="http://schemas.microsoft.com/office/drawing/2014/main" id="{1EE149EB-AD31-D628-FCF0-866B39CF9074}"/>
              </a:ext>
            </a:extLst>
          </p:cNvPr>
          <p:cNvSpPr>
            <a:spLocks noGrp="1"/>
          </p:cNvSpPr>
          <p:nvPr>
            <p:ph type="body" sz="quarter" idx="32" hasCustomPrompt="1"/>
          </p:nvPr>
        </p:nvSpPr>
        <p:spPr>
          <a:xfrm>
            <a:off x="9791454" y="1260803"/>
            <a:ext cx="2081897" cy="881780"/>
          </a:xfrm>
        </p:spPr>
        <p:txBody>
          <a:bodyPr wrap="square">
            <a:spAutoFit/>
          </a:bodyPr>
          <a:lstStyle>
            <a:lvl1pPr algn="r">
              <a:defRPr lang="en-US" sz="1900" b="1" cap="none" baseline="0" dirty="0">
                <a:solidFill>
                  <a:srgbClr val="0033A1"/>
                </a:solidFill>
                <a:latin typeface="+mj-lt"/>
                <a:cs typeface="Segoe UI Light" panose="020B0502040204020203" pitchFamily="34" charset="0"/>
              </a:defRPr>
            </a:lvl1pPr>
          </a:lstStyle>
          <a:p>
            <a:pPr lvl="0" defTabSz="914400"/>
            <a:r>
              <a:rPr lang="en-US"/>
              <a:t>Click to edit master text styles</a:t>
            </a:r>
          </a:p>
        </p:txBody>
      </p:sp>
      <p:sp>
        <p:nvSpPr>
          <p:cNvPr id="30" name="Text Placeholder 15">
            <a:extLst>
              <a:ext uri="{FF2B5EF4-FFF2-40B4-BE49-F238E27FC236}">
                <a16:creationId xmlns:a16="http://schemas.microsoft.com/office/drawing/2014/main" id="{A2B2E74C-74B2-2C8D-8095-3023ECEA3BD5}"/>
              </a:ext>
            </a:extLst>
          </p:cNvPr>
          <p:cNvSpPr>
            <a:spLocks noGrp="1"/>
          </p:cNvSpPr>
          <p:nvPr>
            <p:ph type="body" sz="quarter" idx="33"/>
          </p:nvPr>
        </p:nvSpPr>
        <p:spPr>
          <a:xfrm>
            <a:off x="9791455" y="2155862"/>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1" name="Text Placeholder 15">
            <a:extLst>
              <a:ext uri="{FF2B5EF4-FFF2-40B4-BE49-F238E27FC236}">
                <a16:creationId xmlns:a16="http://schemas.microsoft.com/office/drawing/2014/main" id="{7E2834B1-61E5-C8B4-9817-2DE6CA14CE54}"/>
              </a:ext>
            </a:extLst>
          </p:cNvPr>
          <p:cNvSpPr>
            <a:spLocks noGrp="1"/>
          </p:cNvSpPr>
          <p:nvPr>
            <p:ph type="body" sz="quarter" idx="34" hasCustomPrompt="1"/>
          </p:nvPr>
        </p:nvSpPr>
        <p:spPr>
          <a:xfrm>
            <a:off x="9791455" y="4173526"/>
            <a:ext cx="2081897" cy="881780"/>
          </a:xfrm>
        </p:spPr>
        <p:txBody>
          <a:bodyPr wrap="square">
            <a:spAutoFit/>
          </a:bodyPr>
          <a:lstStyle>
            <a:lvl1pPr algn="r">
              <a:defRPr lang="en-US" sz="1900" b="1" cap="none" baseline="0" dirty="0">
                <a:solidFill>
                  <a:srgbClr val="0033A1"/>
                </a:solidFill>
                <a:latin typeface="+mj-lt"/>
                <a:cs typeface="Segoe UI Light" panose="020B0502040204020203" pitchFamily="34" charset="0"/>
              </a:defRPr>
            </a:lvl1pPr>
          </a:lstStyle>
          <a:p>
            <a:pPr lvl="0" defTabSz="914400"/>
            <a:r>
              <a:rPr lang="en-US"/>
              <a:t>Click to edit master text styles</a:t>
            </a:r>
          </a:p>
        </p:txBody>
      </p:sp>
      <p:sp>
        <p:nvSpPr>
          <p:cNvPr id="32" name="Text Placeholder 15">
            <a:extLst>
              <a:ext uri="{FF2B5EF4-FFF2-40B4-BE49-F238E27FC236}">
                <a16:creationId xmlns:a16="http://schemas.microsoft.com/office/drawing/2014/main" id="{B0D44021-509D-6E21-DB05-8C927AE9B536}"/>
              </a:ext>
            </a:extLst>
          </p:cNvPr>
          <p:cNvSpPr>
            <a:spLocks noGrp="1"/>
          </p:cNvSpPr>
          <p:nvPr>
            <p:ph type="body" sz="quarter" idx="35"/>
          </p:nvPr>
        </p:nvSpPr>
        <p:spPr>
          <a:xfrm>
            <a:off x="9791456" y="5068585"/>
            <a:ext cx="2081896" cy="511807"/>
          </a:xfrm>
        </p:spPr>
        <p:txBody>
          <a:bodyPr wrap="square">
            <a:spAutoFit/>
          </a:bodyPr>
          <a:lstStyle>
            <a:lvl1pPr algn="r">
              <a:lnSpc>
                <a:spcPct val="100000"/>
              </a:lnSpc>
              <a:spcBef>
                <a:spcPts val="0"/>
              </a:spcBef>
              <a:defRPr lang="en-US" sz="1300" dirty="0">
                <a:solidFill>
                  <a:srgbClr val="808080"/>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3" name="Text Placeholder 15">
            <a:extLst>
              <a:ext uri="{FF2B5EF4-FFF2-40B4-BE49-F238E27FC236}">
                <a16:creationId xmlns:a16="http://schemas.microsoft.com/office/drawing/2014/main" id="{A4190DD8-035B-C0D3-2899-F5608562DCC0}"/>
              </a:ext>
            </a:extLst>
          </p:cNvPr>
          <p:cNvSpPr>
            <a:spLocks noGrp="1"/>
          </p:cNvSpPr>
          <p:nvPr>
            <p:ph type="body" sz="quarter" idx="36" hasCustomPrompt="1"/>
          </p:nvPr>
        </p:nvSpPr>
        <p:spPr>
          <a:xfrm>
            <a:off x="9791456" y="717477"/>
            <a:ext cx="2081897" cy="646331"/>
          </a:xfrm>
        </p:spPr>
        <p:txBody>
          <a:bodyPr wrap="square">
            <a:spAutoFit/>
          </a:bodyPr>
          <a:lstStyle>
            <a:lvl1pPr algn="r">
              <a:defRPr lang="en-US" sz="4000" b="1" cap="none" baseline="0" dirty="0">
                <a:solidFill>
                  <a:srgbClr val="0033A1"/>
                </a:solidFill>
                <a:latin typeface="+mj-lt"/>
                <a:cs typeface="Segoe UI Light" panose="020B0502040204020203" pitchFamily="34" charset="0"/>
              </a:defRPr>
            </a:lvl1pPr>
          </a:lstStyle>
          <a:p>
            <a:pPr lvl="0" defTabSz="914400"/>
            <a:r>
              <a:rPr lang="en-US"/>
              <a:t>7</a:t>
            </a:r>
          </a:p>
        </p:txBody>
      </p:sp>
      <p:sp>
        <p:nvSpPr>
          <p:cNvPr id="34" name="Text Placeholder 15">
            <a:extLst>
              <a:ext uri="{FF2B5EF4-FFF2-40B4-BE49-F238E27FC236}">
                <a16:creationId xmlns:a16="http://schemas.microsoft.com/office/drawing/2014/main" id="{DB0DA453-B4AE-7B5F-9817-73A728862495}"/>
              </a:ext>
            </a:extLst>
          </p:cNvPr>
          <p:cNvSpPr>
            <a:spLocks noGrp="1"/>
          </p:cNvSpPr>
          <p:nvPr>
            <p:ph type="body" sz="quarter" idx="37" hasCustomPrompt="1"/>
          </p:nvPr>
        </p:nvSpPr>
        <p:spPr>
          <a:xfrm>
            <a:off x="9791456" y="3629235"/>
            <a:ext cx="2081897" cy="646331"/>
          </a:xfrm>
        </p:spPr>
        <p:txBody>
          <a:bodyPr wrap="square">
            <a:spAutoFit/>
          </a:bodyPr>
          <a:lstStyle>
            <a:lvl1pPr algn="r">
              <a:defRPr lang="en-US" sz="4000" b="1" cap="none" baseline="0" dirty="0">
                <a:solidFill>
                  <a:srgbClr val="0033A1"/>
                </a:solidFill>
                <a:latin typeface="+mj-lt"/>
                <a:cs typeface="Segoe UI Light" panose="020B0502040204020203" pitchFamily="34" charset="0"/>
              </a:defRPr>
            </a:lvl1pPr>
          </a:lstStyle>
          <a:p>
            <a:pPr lvl="0" defTabSz="914400"/>
            <a:r>
              <a:rPr lang="en-US"/>
              <a:t>8</a:t>
            </a:r>
          </a:p>
        </p:txBody>
      </p:sp>
    </p:spTree>
    <p:extLst>
      <p:ext uri="{BB962C8B-B14F-4D97-AF65-F5344CB8AC3E}">
        <p14:creationId xmlns:p14="http://schemas.microsoft.com/office/powerpoint/2010/main" val="611934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31B5666-F633-4729-9DFC-0B2EEDFEB6BB}"/>
              </a:ext>
            </a:extLst>
          </p:cNvPr>
          <p:cNvSpPr/>
          <p:nvPr userDrawn="1"/>
        </p:nvSpPr>
        <p:spPr>
          <a:xfrm flipV="1">
            <a:off x="-17361" y="0"/>
            <a:ext cx="12209361" cy="6865390"/>
          </a:xfrm>
          <a:prstGeom prst="rect">
            <a:avLst/>
          </a:prstGeom>
          <a:gradFill flip="none" rotWithShape="1">
            <a:gsLst>
              <a:gs pos="0">
                <a:schemeClr val="accent1"/>
              </a:gs>
              <a:gs pos="100000">
                <a:srgbClr val="47AE4E"/>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itle 12">
            <a:extLst>
              <a:ext uri="{FF2B5EF4-FFF2-40B4-BE49-F238E27FC236}">
                <a16:creationId xmlns:a16="http://schemas.microsoft.com/office/drawing/2014/main" id="{5C19FA07-F60A-4514-8AC9-18D82DA363FB}"/>
              </a:ext>
            </a:extLst>
          </p:cNvPr>
          <p:cNvSpPr>
            <a:spLocks noGrp="1"/>
          </p:cNvSpPr>
          <p:nvPr>
            <p:ph type="title" hasCustomPrompt="1"/>
          </p:nvPr>
        </p:nvSpPr>
        <p:spPr>
          <a:xfrm>
            <a:off x="3593940" y="2708476"/>
            <a:ext cx="7497900" cy="1857554"/>
          </a:xfrm>
        </p:spPr>
        <p:txBody>
          <a:bodyPr anchor="t">
            <a:normAutofit/>
          </a:bodyPr>
          <a:lstStyle>
            <a:lvl1pPr algn="r">
              <a:lnSpc>
                <a:spcPct val="100000"/>
              </a:lnSpc>
              <a:defRPr sz="5500" b="1">
                <a:solidFill>
                  <a:schemeClr val="bg1"/>
                </a:solidFill>
                <a:latin typeface="+mj-lt"/>
              </a:defRPr>
            </a:lvl1pPr>
          </a:lstStyle>
          <a:p>
            <a:r>
              <a:rPr lang="en-US"/>
              <a:t>Section Title</a:t>
            </a:r>
          </a:p>
        </p:txBody>
      </p:sp>
      <p:pic>
        <p:nvPicPr>
          <p:cNvPr id="3" name="Picture 2" descr="Icon&#10;&#10;Description automatically generated">
            <a:extLst>
              <a:ext uri="{FF2B5EF4-FFF2-40B4-BE49-F238E27FC236}">
                <a16:creationId xmlns:a16="http://schemas.microsoft.com/office/drawing/2014/main" id="{34FBD23B-EADA-4142-BBA5-72A4546D7840}"/>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rcRect/>
          <a:stretch/>
        </p:blipFill>
        <p:spPr>
          <a:xfrm>
            <a:off x="-127746" y="87253"/>
            <a:ext cx="3096653" cy="6778137"/>
          </a:xfrm>
          <a:prstGeom prst="rect">
            <a:avLst/>
          </a:prstGeom>
          <a:effectLst>
            <a:outerShdw blurRad="152400" dist="38100" dir="2700000" algn="tl" rotWithShape="0">
              <a:prstClr val="black">
                <a:alpha val="25000"/>
              </a:prstClr>
            </a:outerShdw>
          </a:effectLst>
        </p:spPr>
      </p:pic>
      <p:sp>
        <p:nvSpPr>
          <p:cNvPr id="6" name="Oval 5">
            <a:extLst>
              <a:ext uri="{FF2B5EF4-FFF2-40B4-BE49-F238E27FC236}">
                <a16:creationId xmlns:a16="http://schemas.microsoft.com/office/drawing/2014/main" id="{410135E3-30A0-D593-614C-B2C9E536C1D4}"/>
              </a:ext>
            </a:extLst>
          </p:cNvPr>
          <p:cNvSpPr/>
          <p:nvPr userDrawn="1"/>
        </p:nvSpPr>
        <p:spPr>
          <a:xfrm>
            <a:off x="9820275" y="1042472"/>
            <a:ext cx="1381125" cy="1381125"/>
          </a:xfrm>
          <a:prstGeom prst="ellipse">
            <a:avLst/>
          </a:prstGeom>
          <a:solidFill>
            <a:schemeClr val="bg1"/>
          </a:solidFill>
          <a:ln>
            <a:noFill/>
          </a:ln>
          <a:effectLst>
            <a:outerShdw blurRad="152400" dist="127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8">
            <a:extLst>
              <a:ext uri="{FF2B5EF4-FFF2-40B4-BE49-F238E27FC236}">
                <a16:creationId xmlns:a16="http://schemas.microsoft.com/office/drawing/2014/main" id="{184B0696-FF8E-4D23-8F83-6CCCC3EF2DB9}"/>
              </a:ext>
            </a:extLst>
          </p:cNvPr>
          <p:cNvSpPr>
            <a:spLocks noGrp="1"/>
          </p:cNvSpPr>
          <p:nvPr>
            <p:ph type="body" sz="quarter" idx="11" hasCustomPrompt="1"/>
          </p:nvPr>
        </p:nvSpPr>
        <p:spPr>
          <a:xfrm>
            <a:off x="9929561" y="1360574"/>
            <a:ext cx="1138215" cy="862368"/>
          </a:xfrm>
        </p:spPr>
        <p:txBody>
          <a:bodyPr wrap="square" tIns="457200" bIns="0" anchor="b" anchorCtr="1">
            <a:noAutofit/>
          </a:bodyPr>
          <a:lstStyle>
            <a:lvl1pPr algn="ctr">
              <a:defRPr lang="en-US" sz="6600" b="1" dirty="0">
                <a:solidFill>
                  <a:srgbClr val="0A6619"/>
                </a:solidFill>
                <a:latin typeface="+mj-lt"/>
                <a:ea typeface="Verdana" panose="020B0604030504040204" pitchFamily="34" charset="0"/>
                <a:cs typeface="Verdana" panose="020B0604030504040204" pitchFamily="34" charset="0"/>
              </a:defRPr>
            </a:lvl1pPr>
          </a:lstStyle>
          <a:p>
            <a:pPr lvl="0" defTabSz="914400">
              <a:lnSpc>
                <a:spcPts val="4400"/>
              </a:lnSpc>
            </a:pPr>
            <a:r>
              <a:rPr lang="en-US"/>
              <a:t>1</a:t>
            </a:r>
          </a:p>
        </p:txBody>
      </p:sp>
      <p:pic>
        <p:nvPicPr>
          <p:cNvPr id="5" name="Picture 4" descr="A black background with white text&#10;&#10;AI-generated content may be incorrect.">
            <a:extLst>
              <a:ext uri="{FF2B5EF4-FFF2-40B4-BE49-F238E27FC236}">
                <a16:creationId xmlns:a16="http://schemas.microsoft.com/office/drawing/2014/main" id="{E47A27DB-D403-1C8A-D6D5-DDD9F39E5616}"/>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1805808" y="5979081"/>
            <a:ext cx="1432691" cy="504626"/>
          </a:xfrm>
          <a:prstGeom prst="rect">
            <a:avLst/>
          </a:prstGeom>
        </p:spPr>
      </p:pic>
      <p:sp>
        <p:nvSpPr>
          <p:cNvPr id="2" name="Slide Number Placeholder 5">
            <a:extLst>
              <a:ext uri="{FF2B5EF4-FFF2-40B4-BE49-F238E27FC236}">
                <a16:creationId xmlns:a16="http://schemas.microsoft.com/office/drawing/2014/main" id="{4E7593EC-E199-3D9F-CD15-5CFD85A92F80}"/>
              </a:ext>
            </a:extLst>
          </p:cNvPr>
          <p:cNvSpPr txBox="1">
            <a:spLocks/>
          </p:cNvSpPr>
          <p:nvPr userDrawn="1"/>
        </p:nvSpPr>
        <p:spPr>
          <a:xfrm>
            <a:off x="11491687" y="6290628"/>
            <a:ext cx="348343" cy="365125"/>
          </a:xfrm>
          <a:prstGeom prst="rect">
            <a:avLst/>
          </a:prstGeom>
        </p:spPr>
        <p:txBody>
          <a:bodyPr vert="horz" lIns="91440" tIns="45720" rIns="91440" bIns="45720" rtlCol="0" anchor="ctr"/>
          <a:lstStyle>
            <a:defPPr>
              <a:defRPr lang="en-US"/>
            </a:defPPr>
            <a:lvl1pPr marL="0" algn="l" defTabSz="914400" rtl="0" eaLnBrk="1" latinLnBrk="0" hangingPunct="1">
              <a:defRPr sz="10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557E57-8FF5-498F-85CD-A04FA8F809F1}" type="slidenum">
              <a:rPr lang="en-US" smtClean="0"/>
              <a:pPr/>
              <a:t>‹#›</a:t>
            </a:fld>
            <a:endParaRPr lang="en-US"/>
          </a:p>
        </p:txBody>
      </p:sp>
    </p:spTree>
    <p:extLst>
      <p:ext uri="{BB962C8B-B14F-4D97-AF65-F5344CB8AC3E}">
        <p14:creationId xmlns:p14="http://schemas.microsoft.com/office/powerpoint/2010/main" val="2353645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 Opt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9F6A13-32A6-FFC5-E727-0A7AAFC3A375}"/>
              </a:ext>
            </a:extLst>
          </p:cNvPr>
          <p:cNvSpPr/>
          <p:nvPr userDrawn="1"/>
        </p:nvSpPr>
        <p:spPr>
          <a:xfrm flipV="1">
            <a:off x="0" y="-9"/>
            <a:ext cx="12191999" cy="6865417"/>
          </a:xfrm>
          <a:prstGeom prst="rect">
            <a:avLst/>
          </a:prstGeom>
          <a:gradFill flip="none" rotWithShape="1">
            <a:gsLst>
              <a:gs pos="0">
                <a:srgbClr val="0033A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itle 12">
            <a:extLst>
              <a:ext uri="{FF2B5EF4-FFF2-40B4-BE49-F238E27FC236}">
                <a16:creationId xmlns:a16="http://schemas.microsoft.com/office/drawing/2014/main" id="{5C19FA07-F60A-4514-8AC9-18D82DA363FB}"/>
              </a:ext>
            </a:extLst>
          </p:cNvPr>
          <p:cNvSpPr>
            <a:spLocks noGrp="1"/>
          </p:cNvSpPr>
          <p:nvPr>
            <p:ph type="title" hasCustomPrompt="1"/>
          </p:nvPr>
        </p:nvSpPr>
        <p:spPr>
          <a:xfrm>
            <a:off x="3593940" y="2708476"/>
            <a:ext cx="7497900" cy="1857554"/>
          </a:xfrm>
        </p:spPr>
        <p:txBody>
          <a:bodyPr anchor="t">
            <a:normAutofit/>
          </a:bodyPr>
          <a:lstStyle>
            <a:lvl1pPr algn="r">
              <a:lnSpc>
                <a:spcPct val="100000"/>
              </a:lnSpc>
              <a:defRPr sz="5500" b="1">
                <a:solidFill>
                  <a:schemeClr val="bg1"/>
                </a:solidFill>
                <a:latin typeface="+mj-lt"/>
              </a:defRPr>
            </a:lvl1pPr>
          </a:lstStyle>
          <a:p>
            <a:r>
              <a:rPr lang="en-US"/>
              <a:t>Section Title</a:t>
            </a:r>
          </a:p>
        </p:txBody>
      </p:sp>
      <p:pic>
        <p:nvPicPr>
          <p:cNvPr id="3" name="Picture 2" descr="Icon&#10;&#10;Description automatically generated">
            <a:extLst>
              <a:ext uri="{FF2B5EF4-FFF2-40B4-BE49-F238E27FC236}">
                <a16:creationId xmlns:a16="http://schemas.microsoft.com/office/drawing/2014/main" id="{34FBD23B-EADA-4142-BBA5-72A4546D7840}"/>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rcRect/>
          <a:stretch/>
        </p:blipFill>
        <p:spPr>
          <a:xfrm>
            <a:off x="-127746" y="87253"/>
            <a:ext cx="3096653" cy="6778155"/>
          </a:xfrm>
          <a:prstGeom prst="rect">
            <a:avLst/>
          </a:prstGeom>
          <a:effectLst>
            <a:outerShdw blurRad="152400" dist="38100" dir="2700000" algn="tl" rotWithShape="0">
              <a:prstClr val="black">
                <a:alpha val="25000"/>
              </a:prstClr>
            </a:outerShdw>
          </a:effectLst>
        </p:spPr>
      </p:pic>
      <p:sp>
        <p:nvSpPr>
          <p:cNvPr id="6" name="Oval 5">
            <a:extLst>
              <a:ext uri="{FF2B5EF4-FFF2-40B4-BE49-F238E27FC236}">
                <a16:creationId xmlns:a16="http://schemas.microsoft.com/office/drawing/2014/main" id="{410135E3-30A0-D593-614C-B2C9E536C1D4}"/>
              </a:ext>
            </a:extLst>
          </p:cNvPr>
          <p:cNvSpPr/>
          <p:nvPr userDrawn="1"/>
        </p:nvSpPr>
        <p:spPr>
          <a:xfrm>
            <a:off x="9820275" y="1042472"/>
            <a:ext cx="1381125" cy="1381125"/>
          </a:xfrm>
          <a:prstGeom prst="ellipse">
            <a:avLst/>
          </a:prstGeom>
          <a:solidFill>
            <a:schemeClr val="bg1"/>
          </a:solidFill>
          <a:ln>
            <a:noFill/>
          </a:ln>
          <a:effectLst>
            <a:outerShdw blurRad="152400" dist="127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text&#10;&#10;AI-generated content may be incorrect.">
            <a:extLst>
              <a:ext uri="{FF2B5EF4-FFF2-40B4-BE49-F238E27FC236}">
                <a16:creationId xmlns:a16="http://schemas.microsoft.com/office/drawing/2014/main" id="{E47A27DB-D403-1C8A-D6D5-DDD9F39E5616}"/>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1805808" y="5979081"/>
            <a:ext cx="1432691" cy="504626"/>
          </a:xfrm>
          <a:prstGeom prst="rect">
            <a:avLst/>
          </a:prstGeom>
        </p:spPr>
      </p:pic>
      <p:sp>
        <p:nvSpPr>
          <p:cNvPr id="18" name="Text Placeholder 18">
            <a:extLst>
              <a:ext uri="{FF2B5EF4-FFF2-40B4-BE49-F238E27FC236}">
                <a16:creationId xmlns:a16="http://schemas.microsoft.com/office/drawing/2014/main" id="{F65E5205-873E-37EE-1ED6-7C10BC7AA5DA}"/>
              </a:ext>
            </a:extLst>
          </p:cNvPr>
          <p:cNvSpPr>
            <a:spLocks noGrp="1"/>
          </p:cNvSpPr>
          <p:nvPr>
            <p:ph type="body" sz="quarter" idx="11" hasCustomPrompt="1"/>
          </p:nvPr>
        </p:nvSpPr>
        <p:spPr>
          <a:xfrm>
            <a:off x="9929561" y="1360574"/>
            <a:ext cx="1138215" cy="862368"/>
          </a:xfrm>
        </p:spPr>
        <p:txBody>
          <a:bodyPr wrap="square" tIns="457200" bIns="0" anchor="b" anchorCtr="1">
            <a:noAutofit/>
          </a:bodyPr>
          <a:lstStyle>
            <a:lvl1pPr algn="ctr">
              <a:defRPr lang="en-US" sz="6600" b="1" dirty="0">
                <a:solidFill>
                  <a:srgbClr val="0033A1"/>
                </a:solidFill>
                <a:latin typeface="+mj-lt"/>
                <a:ea typeface="Verdana" panose="020B0604030504040204" pitchFamily="34" charset="0"/>
                <a:cs typeface="Verdana" panose="020B0604030504040204" pitchFamily="34" charset="0"/>
              </a:defRPr>
            </a:lvl1pPr>
          </a:lstStyle>
          <a:p>
            <a:pPr lvl="0" defTabSz="914400">
              <a:lnSpc>
                <a:spcPts val="4400"/>
              </a:lnSpc>
            </a:pPr>
            <a:r>
              <a:rPr lang="en-US"/>
              <a:t>1</a:t>
            </a:r>
          </a:p>
        </p:txBody>
      </p:sp>
      <p:sp>
        <p:nvSpPr>
          <p:cNvPr id="2" name="Slide Number Placeholder 5">
            <a:extLst>
              <a:ext uri="{FF2B5EF4-FFF2-40B4-BE49-F238E27FC236}">
                <a16:creationId xmlns:a16="http://schemas.microsoft.com/office/drawing/2014/main" id="{BF55A4A1-FEC7-BDB6-1FED-C7A84B1BD911}"/>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Tree>
    <p:extLst>
      <p:ext uri="{BB962C8B-B14F-4D97-AF65-F5344CB8AC3E}">
        <p14:creationId xmlns:p14="http://schemas.microsoft.com/office/powerpoint/2010/main" val="755477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AB113E-AE4F-6E9C-F48B-7EFF231FD7C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71"/>
            <a:ext cx="12191999" cy="6857657"/>
          </a:xfrm>
          <a:prstGeom prst="rect">
            <a:avLst/>
          </a:prstGeom>
        </p:spPr>
      </p:pic>
      <p:sp>
        <p:nvSpPr>
          <p:cNvPr id="16" name="Title 12">
            <a:extLst>
              <a:ext uri="{FF2B5EF4-FFF2-40B4-BE49-F238E27FC236}">
                <a16:creationId xmlns:a16="http://schemas.microsoft.com/office/drawing/2014/main" id="{5C19FA07-F60A-4514-8AC9-18D82DA363FB}"/>
              </a:ext>
            </a:extLst>
          </p:cNvPr>
          <p:cNvSpPr>
            <a:spLocks noGrp="1"/>
          </p:cNvSpPr>
          <p:nvPr>
            <p:ph type="title" hasCustomPrompt="1"/>
          </p:nvPr>
        </p:nvSpPr>
        <p:spPr>
          <a:xfrm>
            <a:off x="647701" y="933449"/>
            <a:ext cx="8048624" cy="5045631"/>
          </a:xfrm>
        </p:spPr>
        <p:txBody>
          <a:bodyPr anchor="ctr">
            <a:normAutofit/>
          </a:bodyPr>
          <a:lstStyle>
            <a:lvl1pPr algn="l">
              <a:lnSpc>
                <a:spcPct val="100000"/>
              </a:lnSpc>
              <a:defRPr sz="5500" b="1">
                <a:solidFill>
                  <a:schemeClr val="bg1"/>
                </a:solidFill>
                <a:latin typeface="+mj-lt"/>
              </a:defRPr>
            </a:lvl1pPr>
          </a:lstStyle>
          <a:p>
            <a:r>
              <a:rPr lang="en-US"/>
              <a:t>Section Title</a:t>
            </a:r>
          </a:p>
        </p:txBody>
      </p:sp>
      <p:sp>
        <p:nvSpPr>
          <p:cNvPr id="20" name="Slide Number Placeholder 5">
            <a:extLst>
              <a:ext uri="{FF2B5EF4-FFF2-40B4-BE49-F238E27FC236}">
                <a16:creationId xmlns:a16="http://schemas.microsoft.com/office/drawing/2014/main" id="{7D9B30B9-9802-42E6-8B03-D39435A0CE8C}"/>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pic>
        <p:nvPicPr>
          <p:cNvPr id="4" name="Picture 3" descr="A black background with white text&#10;&#10;AI-generated content may be incorrect.">
            <a:extLst>
              <a:ext uri="{FF2B5EF4-FFF2-40B4-BE49-F238E27FC236}">
                <a16:creationId xmlns:a16="http://schemas.microsoft.com/office/drawing/2014/main" id="{32373D8A-1746-BDD4-C66E-9B2CE35D686F}"/>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Tree>
    <p:extLst>
      <p:ext uri="{BB962C8B-B14F-4D97-AF65-F5344CB8AC3E}">
        <p14:creationId xmlns:p14="http://schemas.microsoft.com/office/powerpoint/2010/main" val="817609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AB113E-AE4F-6E9C-F48B-7EFF231FD7C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71"/>
            <a:ext cx="12191998" cy="6857656"/>
          </a:xfrm>
          <a:prstGeom prst="rect">
            <a:avLst/>
          </a:prstGeom>
        </p:spPr>
      </p:pic>
      <p:sp>
        <p:nvSpPr>
          <p:cNvPr id="16" name="Title 12">
            <a:extLst>
              <a:ext uri="{FF2B5EF4-FFF2-40B4-BE49-F238E27FC236}">
                <a16:creationId xmlns:a16="http://schemas.microsoft.com/office/drawing/2014/main" id="{5C19FA07-F60A-4514-8AC9-18D82DA363FB}"/>
              </a:ext>
            </a:extLst>
          </p:cNvPr>
          <p:cNvSpPr>
            <a:spLocks noGrp="1"/>
          </p:cNvSpPr>
          <p:nvPr>
            <p:ph type="title" hasCustomPrompt="1"/>
          </p:nvPr>
        </p:nvSpPr>
        <p:spPr>
          <a:xfrm>
            <a:off x="647701" y="933449"/>
            <a:ext cx="8048624" cy="5045631"/>
          </a:xfrm>
        </p:spPr>
        <p:txBody>
          <a:bodyPr anchor="ctr">
            <a:normAutofit/>
          </a:bodyPr>
          <a:lstStyle>
            <a:lvl1pPr algn="l">
              <a:lnSpc>
                <a:spcPct val="100000"/>
              </a:lnSpc>
              <a:defRPr sz="5500" b="1">
                <a:solidFill>
                  <a:schemeClr val="bg1"/>
                </a:solidFill>
                <a:latin typeface="+mj-lt"/>
              </a:defRPr>
            </a:lvl1pPr>
          </a:lstStyle>
          <a:p>
            <a:r>
              <a:rPr lang="en-US"/>
              <a:t>Section Title</a:t>
            </a:r>
          </a:p>
        </p:txBody>
      </p:sp>
      <p:sp>
        <p:nvSpPr>
          <p:cNvPr id="20" name="Slide Number Placeholder 5">
            <a:extLst>
              <a:ext uri="{FF2B5EF4-FFF2-40B4-BE49-F238E27FC236}">
                <a16:creationId xmlns:a16="http://schemas.microsoft.com/office/drawing/2014/main" id="{7D9B30B9-9802-42E6-8B03-D39435A0CE8C}"/>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pic>
        <p:nvPicPr>
          <p:cNvPr id="4" name="Picture 3" descr="A black background with white text&#10;&#10;AI-generated content may be incorrect.">
            <a:extLst>
              <a:ext uri="{FF2B5EF4-FFF2-40B4-BE49-F238E27FC236}">
                <a16:creationId xmlns:a16="http://schemas.microsoft.com/office/drawing/2014/main" id="{32373D8A-1746-BDD4-C66E-9B2CE35D686F}"/>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Tree>
    <p:extLst>
      <p:ext uri="{BB962C8B-B14F-4D97-AF65-F5344CB8AC3E}">
        <p14:creationId xmlns:p14="http://schemas.microsoft.com/office/powerpoint/2010/main" val="979693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neral Slide - 1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E0FC87-57DA-E54E-814B-E683CC197FEE}"/>
              </a:ext>
            </a:extLst>
          </p:cNvPr>
          <p:cNvSpPr/>
          <p:nvPr userDrawn="1"/>
        </p:nvSpPr>
        <p:spPr>
          <a:xfrm flipV="1">
            <a:off x="0" y="6058894"/>
            <a:ext cx="12191999" cy="806512"/>
          </a:xfrm>
          <a:prstGeom prst="rect">
            <a:avLst/>
          </a:prstGeom>
          <a:gradFill flip="none" rotWithShape="1">
            <a:gsLst>
              <a:gs pos="0">
                <a:srgbClr val="0033A1"/>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itle 12">
            <a:extLst>
              <a:ext uri="{FF2B5EF4-FFF2-40B4-BE49-F238E27FC236}">
                <a16:creationId xmlns:a16="http://schemas.microsoft.com/office/drawing/2014/main" id="{FB0C8CF0-CB0D-4E3D-992A-FB1907B8E58A}"/>
              </a:ext>
            </a:extLst>
          </p:cNvPr>
          <p:cNvSpPr>
            <a:spLocks noGrp="1"/>
          </p:cNvSpPr>
          <p:nvPr>
            <p:ph type="title" hasCustomPrompt="1"/>
          </p:nvPr>
        </p:nvSpPr>
        <p:spPr>
          <a:xfrm>
            <a:off x="550950" y="458606"/>
            <a:ext cx="11073603" cy="615553"/>
          </a:xfrm>
        </p:spPr>
        <p:txBody>
          <a:bodyPr wrap="square" anchor="t" anchorCtr="0">
            <a:spAutoFit/>
          </a:bodyPr>
          <a:lstStyle>
            <a:lvl1pPr>
              <a:lnSpc>
                <a:spcPct val="100000"/>
              </a:lnSpc>
              <a:defRPr lang="en-US" sz="3400" b="1" cap="none" baseline="0" dirty="0">
                <a:solidFill>
                  <a:schemeClr val="tx2"/>
                </a:solidFill>
                <a:latin typeface="+mj-lt"/>
                <a:ea typeface="+mn-ea"/>
                <a:cs typeface="Poppins Light" panose="00000400000000000000" pitchFamily="2" charset="0"/>
              </a:defRPr>
            </a:lvl1pPr>
          </a:lstStyle>
          <a:p>
            <a:pPr marL="0" lvl="0" defTabSz="914400"/>
            <a:r>
              <a:rPr lang="en-US"/>
              <a:t>Slide Title</a:t>
            </a:r>
          </a:p>
        </p:txBody>
      </p:sp>
      <p:sp>
        <p:nvSpPr>
          <p:cNvPr id="20" name="Text Placeholder 15">
            <a:extLst>
              <a:ext uri="{FF2B5EF4-FFF2-40B4-BE49-F238E27FC236}">
                <a16:creationId xmlns:a16="http://schemas.microsoft.com/office/drawing/2014/main" id="{51B7C008-7FD4-429D-956C-09A112E469D4}"/>
              </a:ext>
            </a:extLst>
          </p:cNvPr>
          <p:cNvSpPr>
            <a:spLocks noGrp="1"/>
          </p:cNvSpPr>
          <p:nvPr>
            <p:ph type="body" sz="quarter" idx="15"/>
          </p:nvPr>
        </p:nvSpPr>
        <p:spPr>
          <a:xfrm>
            <a:off x="562431" y="1244320"/>
            <a:ext cx="11062122" cy="4136920"/>
          </a:xfrm>
        </p:spPr>
        <p:txBody>
          <a:bodyPr wrap="square">
            <a:noAutofit/>
          </a:bodyPr>
          <a:lstStyle>
            <a:lvl1pPr>
              <a:lnSpc>
                <a:spcPct val="100000"/>
              </a:lnSpc>
              <a:spcBef>
                <a:spcPts val="0"/>
              </a:spcBef>
              <a:defRPr lang="en-US" sz="2400" kern="1200" dirty="0">
                <a:solidFill>
                  <a:schemeClr val="tx1"/>
                </a:solidFill>
                <a:latin typeface="+mj-lt"/>
                <a:ea typeface="+mn-ea"/>
                <a:cs typeface="Segoe UI Light" panose="020B0502040204020203" pitchFamily="34" charset="0"/>
              </a:defRPr>
            </a:lvl1pPr>
          </a:lstStyle>
          <a:p>
            <a:pPr lvl="0" defTabSz="914400">
              <a:lnSpc>
                <a:spcPts val="1700"/>
              </a:lnSpc>
            </a:pPr>
            <a:r>
              <a:rPr lang="en-US"/>
              <a:t>Click to edit Master text styles</a:t>
            </a:r>
          </a:p>
        </p:txBody>
      </p:sp>
      <p:pic>
        <p:nvPicPr>
          <p:cNvPr id="2" name="Picture 1" descr="A black background with white text&#10;&#10;AI-generated content may be incorrect.">
            <a:extLst>
              <a:ext uri="{FF2B5EF4-FFF2-40B4-BE49-F238E27FC236}">
                <a16:creationId xmlns:a16="http://schemas.microsoft.com/office/drawing/2014/main" id="{17DFF52A-CBF3-1E67-5094-738211523319}"/>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
        <p:nvSpPr>
          <p:cNvPr id="5" name="Slide Number Placeholder 5">
            <a:extLst>
              <a:ext uri="{FF2B5EF4-FFF2-40B4-BE49-F238E27FC236}">
                <a16:creationId xmlns:a16="http://schemas.microsoft.com/office/drawing/2014/main" id="{F3796253-F05B-A1AF-C28E-EC8ACE130EBF}"/>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Tree>
    <p:extLst>
      <p:ext uri="{BB962C8B-B14F-4D97-AF65-F5344CB8AC3E}">
        <p14:creationId xmlns:p14="http://schemas.microsoft.com/office/powerpoint/2010/main" val="1763232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eneral Slide with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81A38C-B102-A564-C22B-292ED6306B68}"/>
              </a:ext>
            </a:extLst>
          </p:cNvPr>
          <p:cNvSpPr/>
          <p:nvPr userDrawn="1"/>
        </p:nvSpPr>
        <p:spPr>
          <a:xfrm rot="10800000" flipV="1">
            <a:off x="8619145" y="-1"/>
            <a:ext cx="3583793" cy="6865407"/>
          </a:xfrm>
          <a:prstGeom prst="rect">
            <a:avLst/>
          </a:prstGeom>
          <a:gradFill flip="none" rotWithShape="1">
            <a:gsLst>
              <a:gs pos="0">
                <a:srgbClr val="0033A1"/>
              </a:gs>
              <a:gs pos="100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Rectangle 3">
            <a:extLst>
              <a:ext uri="{FF2B5EF4-FFF2-40B4-BE49-F238E27FC236}">
                <a16:creationId xmlns:a16="http://schemas.microsoft.com/office/drawing/2014/main" id="{91F5F651-8A45-C671-8058-FEFCFE35BB38}"/>
              </a:ext>
            </a:extLst>
          </p:cNvPr>
          <p:cNvSpPr/>
          <p:nvPr userDrawn="1"/>
        </p:nvSpPr>
        <p:spPr>
          <a:xfrm>
            <a:off x="7785290" y="521263"/>
            <a:ext cx="3880567" cy="5791988"/>
          </a:xfrm>
          <a:prstGeom prst="rect">
            <a:avLst/>
          </a:prstGeom>
          <a:solidFill>
            <a:schemeClr val="bg1"/>
          </a:solidFill>
          <a:ln>
            <a:noFill/>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25">
            <a:extLst>
              <a:ext uri="{FF2B5EF4-FFF2-40B4-BE49-F238E27FC236}">
                <a16:creationId xmlns:a16="http://schemas.microsoft.com/office/drawing/2014/main" id="{DA292D2F-118E-4D26-A413-EA24C27258DE}"/>
              </a:ext>
            </a:extLst>
          </p:cNvPr>
          <p:cNvSpPr>
            <a:spLocks noGrp="1"/>
          </p:cNvSpPr>
          <p:nvPr>
            <p:ph type="pic" sz="quarter" idx="45" hasCustomPrompt="1"/>
          </p:nvPr>
        </p:nvSpPr>
        <p:spPr>
          <a:xfrm>
            <a:off x="7889402" y="619152"/>
            <a:ext cx="3672342" cy="5596211"/>
          </a:xfrm>
          <a:ln w="38100">
            <a:noFill/>
          </a:ln>
        </p:spPr>
        <p:txBody>
          <a:bodyPr anchor="ctr" anchorCtr="0"/>
          <a:lstStyle>
            <a:lvl1pPr algn="ctr">
              <a:defRPr>
                <a:solidFill>
                  <a:schemeClr val="tx1"/>
                </a:solidFill>
              </a:defRPr>
            </a:lvl1pPr>
          </a:lstStyle>
          <a:p>
            <a:r>
              <a:rPr lang="en-US"/>
              <a:t>Image</a:t>
            </a:r>
          </a:p>
        </p:txBody>
      </p:sp>
      <p:sp>
        <p:nvSpPr>
          <p:cNvPr id="16" name="Title 12">
            <a:extLst>
              <a:ext uri="{FF2B5EF4-FFF2-40B4-BE49-F238E27FC236}">
                <a16:creationId xmlns:a16="http://schemas.microsoft.com/office/drawing/2014/main" id="{FB0C8CF0-CB0D-4E3D-992A-FB1907B8E58A}"/>
              </a:ext>
            </a:extLst>
          </p:cNvPr>
          <p:cNvSpPr>
            <a:spLocks noGrp="1"/>
          </p:cNvSpPr>
          <p:nvPr>
            <p:ph type="title" hasCustomPrompt="1"/>
          </p:nvPr>
        </p:nvSpPr>
        <p:spPr>
          <a:xfrm>
            <a:off x="550950" y="458606"/>
            <a:ext cx="6830333" cy="615553"/>
          </a:xfrm>
        </p:spPr>
        <p:txBody>
          <a:bodyPr wrap="square" anchor="t" anchorCtr="0">
            <a:spAutoFit/>
          </a:bodyPr>
          <a:lstStyle>
            <a:lvl1pPr>
              <a:lnSpc>
                <a:spcPct val="100000"/>
              </a:lnSpc>
              <a:defRPr lang="en-US" sz="3400" b="1" cap="none" baseline="0" dirty="0">
                <a:solidFill>
                  <a:schemeClr val="tx2"/>
                </a:solidFill>
                <a:latin typeface="+mj-lt"/>
                <a:ea typeface="+mn-ea"/>
                <a:cs typeface="Poppins Light" panose="00000400000000000000" pitchFamily="2" charset="0"/>
              </a:defRPr>
            </a:lvl1pPr>
          </a:lstStyle>
          <a:p>
            <a:pPr marL="0" lvl="0" defTabSz="914400"/>
            <a:r>
              <a:rPr lang="en-US"/>
              <a:t>Slide Title</a:t>
            </a:r>
          </a:p>
        </p:txBody>
      </p:sp>
      <p:sp>
        <p:nvSpPr>
          <p:cNvPr id="20" name="Text Placeholder 15">
            <a:extLst>
              <a:ext uri="{FF2B5EF4-FFF2-40B4-BE49-F238E27FC236}">
                <a16:creationId xmlns:a16="http://schemas.microsoft.com/office/drawing/2014/main" id="{51B7C008-7FD4-429D-956C-09A112E469D4}"/>
              </a:ext>
            </a:extLst>
          </p:cNvPr>
          <p:cNvSpPr>
            <a:spLocks noGrp="1"/>
          </p:cNvSpPr>
          <p:nvPr>
            <p:ph type="body" sz="quarter" idx="15"/>
          </p:nvPr>
        </p:nvSpPr>
        <p:spPr>
          <a:xfrm>
            <a:off x="562431" y="1237826"/>
            <a:ext cx="6819870" cy="2191173"/>
          </a:xfrm>
        </p:spPr>
        <p:txBody>
          <a:bodyPr wrap="square">
            <a:noAutofit/>
          </a:bodyPr>
          <a:lstStyle>
            <a:lvl1pPr>
              <a:lnSpc>
                <a:spcPts val="2400"/>
              </a:lnSpc>
              <a:spcBef>
                <a:spcPts val="0"/>
              </a:spcBef>
              <a:defRPr lang="en-US" sz="2000" kern="1200" dirty="0">
                <a:solidFill>
                  <a:schemeClr val="tx1"/>
                </a:solidFill>
                <a:latin typeface="+mj-lt"/>
                <a:ea typeface="+mn-ea"/>
                <a:cs typeface="Segoe UI Light" panose="020B0502040204020203" pitchFamily="34" charset="0"/>
              </a:defRPr>
            </a:lvl1pPr>
          </a:lstStyle>
          <a:p>
            <a:pPr lvl="0" defTabSz="914400">
              <a:lnSpc>
                <a:spcPts val="1700"/>
              </a:lnSpc>
            </a:pPr>
            <a:r>
              <a:rPr lang="en-US"/>
              <a:t>Click to edit Master text styles</a:t>
            </a:r>
          </a:p>
        </p:txBody>
      </p:sp>
      <p:sp>
        <p:nvSpPr>
          <p:cNvPr id="23" name="Text Placeholder 4">
            <a:extLst>
              <a:ext uri="{FF2B5EF4-FFF2-40B4-BE49-F238E27FC236}">
                <a16:creationId xmlns:a16="http://schemas.microsoft.com/office/drawing/2014/main" id="{3FF8A206-7140-4EA6-BAAC-956715393916}"/>
              </a:ext>
            </a:extLst>
          </p:cNvPr>
          <p:cNvSpPr>
            <a:spLocks noGrp="1"/>
          </p:cNvSpPr>
          <p:nvPr>
            <p:ph type="body" sz="quarter" idx="11" hasCustomPrompt="1"/>
          </p:nvPr>
        </p:nvSpPr>
        <p:spPr>
          <a:xfrm>
            <a:off x="562431" y="3655727"/>
            <a:ext cx="3207931" cy="1734533"/>
          </a:xfrm>
        </p:spPr>
        <p:txBody>
          <a:bodyPr>
            <a:normAutofit/>
          </a:bodyPr>
          <a:lstStyle>
            <a:lvl1pPr marL="344488" indent="-344488">
              <a:lnSpc>
                <a:spcPct val="100000"/>
              </a:lnSpc>
              <a:spcBef>
                <a:spcPts val="0"/>
              </a:spcBef>
              <a:spcAft>
                <a:spcPts val="1200"/>
              </a:spcAft>
              <a:buClr>
                <a:schemeClr val="accent1"/>
              </a:buClr>
              <a:buSzPct val="120000"/>
              <a:buFont typeface="Wingdings" panose="05000000000000000000" pitchFamily="2" charset="2"/>
              <a:buChar char="§"/>
              <a:defRPr lang="en-US" sz="1800" kern="1200" dirty="0">
                <a:solidFill>
                  <a:schemeClr val="tx1"/>
                </a:solidFill>
                <a:latin typeface="+mn-lt"/>
                <a:ea typeface="Lato" panose="020F0502020204030203" pitchFamily="34" charset="0"/>
                <a:cs typeface="Lato" panose="020F0502020204030203" pitchFamily="34" charset="0"/>
              </a:defRPr>
            </a:lvl1pPr>
          </a:lstStyle>
          <a:p>
            <a:pPr lvl="0"/>
            <a:r>
              <a:rPr lang="en-US"/>
              <a:t>Add text here</a:t>
            </a:r>
          </a:p>
          <a:p>
            <a:pPr lvl="0"/>
            <a:r>
              <a:rPr lang="en-US"/>
              <a:t>Add text here</a:t>
            </a:r>
          </a:p>
          <a:p>
            <a:pPr lvl="0"/>
            <a:r>
              <a:rPr lang="en-US"/>
              <a:t>Add text here</a:t>
            </a:r>
          </a:p>
          <a:p>
            <a:pPr lvl="0"/>
            <a:r>
              <a:rPr lang="en-US"/>
              <a:t>Add text here</a:t>
            </a:r>
          </a:p>
        </p:txBody>
      </p:sp>
      <p:sp>
        <p:nvSpPr>
          <p:cNvPr id="24" name="Text Placeholder 4">
            <a:extLst>
              <a:ext uri="{FF2B5EF4-FFF2-40B4-BE49-F238E27FC236}">
                <a16:creationId xmlns:a16="http://schemas.microsoft.com/office/drawing/2014/main" id="{164E923F-876D-480E-939F-D55CEDCBC808}"/>
              </a:ext>
            </a:extLst>
          </p:cNvPr>
          <p:cNvSpPr>
            <a:spLocks noGrp="1"/>
          </p:cNvSpPr>
          <p:nvPr>
            <p:ph type="body" sz="quarter" idx="16" hasCustomPrompt="1"/>
          </p:nvPr>
        </p:nvSpPr>
        <p:spPr>
          <a:xfrm>
            <a:off x="4174370" y="3655727"/>
            <a:ext cx="3207931" cy="1734533"/>
          </a:xfrm>
        </p:spPr>
        <p:txBody>
          <a:bodyPr>
            <a:normAutofit/>
          </a:bodyPr>
          <a:lstStyle>
            <a:lvl1pPr marL="344488" indent="-344488">
              <a:lnSpc>
                <a:spcPct val="100000"/>
              </a:lnSpc>
              <a:spcBef>
                <a:spcPts val="0"/>
              </a:spcBef>
              <a:spcAft>
                <a:spcPts val="1200"/>
              </a:spcAft>
              <a:buClr>
                <a:schemeClr val="accent1"/>
              </a:buClr>
              <a:buSzPct val="120000"/>
              <a:buFont typeface="Wingdings" panose="05000000000000000000" pitchFamily="2" charset="2"/>
              <a:buChar char="§"/>
              <a:defRPr lang="en-US" sz="1800" kern="1200" dirty="0">
                <a:solidFill>
                  <a:schemeClr val="tx1"/>
                </a:solidFill>
                <a:latin typeface="+mn-lt"/>
                <a:ea typeface="Lato" panose="020F0502020204030203" pitchFamily="34" charset="0"/>
                <a:cs typeface="Lato" panose="020F0502020204030203" pitchFamily="34" charset="0"/>
              </a:defRPr>
            </a:lvl1pPr>
          </a:lstStyle>
          <a:p>
            <a:pPr lvl="0"/>
            <a:r>
              <a:rPr lang="en-US"/>
              <a:t>Add text here</a:t>
            </a:r>
          </a:p>
          <a:p>
            <a:pPr lvl="0"/>
            <a:r>
              <a:rPr lang="en-US"/>
              <a:t>Add text here</a:t>
            </a:r>
          </a:p>
          <a:p>
            <a:pPr lvl="0"/>
            <a:r>
              <a:rPr lang="en-US"/>
              <a:t>Add text here</a:t>
            </a:r>
          </a:p>
          <a:p>
            <a:pPr lvl="0"/>
            <a:r>
              <a:rPr lang="en-US"/>
              <a:t>Add text here</a:t>
            </a:r>
          </a:p>
        </p:txBody>
      </p:sp>
      <p:pic>
        <p:nvPicPr>
          <p:cNvPr id="3" name="Picture 2" descr="Blue text on a black background&#10;&#10;AI-generated content may be incorrect.">
            <a:extLst>
              <a:ext uri="{FF2B5EF4-FFF2-40B4-BE49-F238E27FC236}">
                <a16:creationId xmlns:a16="http://schemas.microsoft.com/office/drawing/2014/main" id="{EB47BA57-2C25-D77A-5CCE-4755D2B8FB6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8551" y="6239741"/>
            <a:ext cx="1181106" cy="416012"/>
          </a:xfrm>
          <a:prstGeom prst="rect">
            <a:avLst/>
          </a:prstGeom>
        </p:spPr>
      </p:pic>
    </p:spTree>
    <p:extLst>
      <p:ext uri="{BB962C8B-B14F-4D97-AF65-F5344CB8AC3E}">
        <p14:creationId xmlns:p14="http://schemas.microsoft.com/office/powerpoint/2010/main" val="2998206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eneral Slide with Icons">
    <p:spTree>
      <p:nvGrpSpPr>
        <p:cNvPr id="1" name=""/>
        <p:cNvGrpSpPr/>
        <p:nvPr/>
      </p:nvGrpSpPr>
      <p:grpSpPr>
        <a:xfrm>
          <a:off x="0" y="0"/>
          <a:ext cx="0" cy="0"/>
          <a:chOff x="0" y="0"/>
          <a:chExt cx="0" cy="0"/>
        </a:xfrm>
      </p:grpSpPr>
      <p:sp>
        <p:nvSpPr>
          <p:cNvPr id="33" name="Text Placeholder 15">
            <a:extLst>
              <a:ext uri="{FF2B5EF4-FFF2-40B4-BE49-F238E27FC236}">
                <a16:creationId xmlns:a16="http://schemas.microsoft.com/office/drawing/2014/main" id="{54BB75D2-E291-470E-9E81-02DB7AF83187}"/>
              </a:ext>
            </a:extLst>
          </p:cNvPr>
          <p:cNvSpPr>
            <a:spLocks noGrp="1"/>
          </p:cNvSpPr>
          <p:nvPr>
            <p:ph type="body" sz="quarter" idx="15"/>
          </p:nvPr>
        </p:nvSpPr>
        <p:spPr>
          <a:xfrm>
            <a:off x="550950" y="1432560"/>
            <a:ext cx="2986334" cy="3668829"/>
          </a:xfrm>
        </p:spPr>
        <p:txBody>
          <a:bodyPr wrap="square">
            <a:noAutofit/>
          </a:bodyPr>
          <a:lstStyle>
            <a:lvl1pPr>
              <a:lnSpc>
                <a:spcPts val="1800"/>
              </a:lnSpc>
              <a:spcBef>
                <a:spcPts val="0"/>
              </a:spcBef>
              <a:defRPr lang="en-US" sz="20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5" name="Text Placeholder 15">
            <a:extLst>
              <a:ext uri="{FF2B5EF4-FFF2-40B4-BE49-F238E27FC236}">
                <a16:creationId xmlns:a16="http://schemas.microsoft.com/office/drawing/2014/main" id="{C026ABB7-8F42-495B-9E85-02ABE801601F}"/>
              </a:ext>
            </a:extLst>
          </p:cNvPr>
          <p:cNvSpPr>
            <a:spLocks noGrp="1"/>
          </p:cNvSpPr>
          <p:nvPr>
            <p:ph type="body" sz="quarter" idx="16"/>
          </p:nvPr>
        </p:nvSpPr>
        <p:spPr>
          <a:xfrm>
            <a:off x="5099561" y="1802975"/>
            <a:ext cx="2540489" cy="711627"/>
          </a:xfrm>
        </p:spPr>
        <p:txBody>
          <a:bodyPr wrap="square">
            <a:noAutofit/>
          </a:bodyPr>
          <a:lstStyle>
            <a:lvl1pPr>
              <a:lnSpc>
                <a:spcPts val="1700"/>
              </a:lnSpc>
              <a:spcBef>
                <a:spcPts val="0"/>
              </a:spcBef>
              <a:defRPr lang="en-US" sz="12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7" name="Text Placeholder 15">
            <a:extLst>
              <a:ext uri="{FF2B5EF4-FFF2-40B4-BE49-F238E27FC236}">
                <a16:creationId xmlns:a16="http://schemas.microsoft.com/office/drawing/2014/main" id="{AB1D7ACE-80F6-428F-B0C1-D26F49E05FDF}"/>
              </a:ext>
            </a:extLst>
          </p:cNvPr>
          <p:cNvSpPr>
            <a:spLocks noGrp="1"/>
          </p:cNvSpPr>
          <p:nvPr>
            <p:ph type="body" sz="quarter" idx="17" hasCustomPrompt="1"/>
          </p:nvPr>
        </p:nvSpPr>
        <p:spPr>
          <a:xfrm>
            <a:off x="5099561" y="1510932"/>
            <a:ext cx="2540489" cy="277131"/>
          </a:xfrm>
        </p:spPr>
        <p:txBody>
          <a:bodyPr wrap="square">
            <a:noAutofit/>
          </a:bodyPr>
          <a:lstStyle>
            <a:lvl1pPr>
              <a:lnSpc>
                <a:spcPct val="100000"/>
              </a:lnSpc>
              <a:spcBef>
                <a:spcPts val="0"/>
              </a:spcBef>
              <a:defRPr lang="en-US" sz="1600" b="1" cap="none" baseline="0" dirty="0">
                <a:solidFill>
                  <a:schemeClr val="accent3"/>
                </a:solidFill>
                <a:latin typeface="+mj-lt"/>
                <a:cs typeface="Segoe UI Light" panose="020B0502040204020203" pitchFamily="34" charset="0"/>
              </a:defRPr>
            </a:lvl1pPr>
          </a:lstStyle>
          <a:p>
            <a:pPr lvl="0" defTabSz="914400">
              <a:lnSpc>
                <a:spcPts val="1700"/>
              </a:lnSpc>
            </a:pPr>
            <a:r>
              <a:rPr lang="en-US"/>
              <a:t>Title Text</a:t>
            </a:r>
          </a:p>
        </p:txBody>
      </p:sp>
      <p:sp>
        <p:nvSpPr>
          <p:cNvPr id="5" name="Text Placeholder 15">
            <a:extLst>
              <a:ext uri="{FF2B5EF4-FFF2-40B4-BE49-F238E27FC236}">
                <a16:creationId xmlns:a16="http://schemas.microsoft.com/office/drawing/2014/main" id="{1013A823-266F-FDDB-69AC-CD7816F9CDAA}"/>
              </a:ext>
            </a:extLst>
          </p:cNvPr>
          <p:cNvSpPr>
            <a:spLocks noGrp="1"/>
          </p:cNvSpPr>
          <p:nvPr>
            <p:ph type="body" sz="quarter" idx="18"/>
          </p:nvPr>
        </p:nvSpPr>
        <p:spPr>
          <a:xfrm>
            <a:off x="5099561" y="3036151"/>
            <a:ext cx="2540489" cy="711627"/>
          </a:xfrm>
        </p:spPr>
        <p:txBody>
          <a:bodyPr wrap="square">
            <a:noAutofit/>
          </a:bodyPr>
          <a:lstStyle>
            <a:lvl1pPr>
              <a:lnSpc>
                <a:spcPts val="1700"/>
              </a:lnSpc>
              <a:spcBef>
                <a:spcPts val="0"/>
              </a:spcBef>
              <a:defRPr lang="en-US" sz="12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6" name="Text Placeholder 15">
            <a:extLst>
              <a:ext uri="{FF2B5EF4-FFF2-40B4-BE49-F238E27FC236}">
                <a16:creationId xmlns:a16="http://schemas.microsoft.com/office/drawing/2014/main" id="{97BE7E1E-A29D-11BC-5BBA-3A0CC95D3551}"/>
              </a:ext>
            </a:extLst>
          </p:cNvPr>
          <p:cNvSpPr>
            <a:spLocks noGrp="1"/>
          </p:cNvSpPr>
          <p:nvPr>
            <p:ph type="body" sz="quarter" idx="19" hasCustomPrompt="1"/>
          </p:nvPr>
        </p:nvSpPr>
        <p:spPr>
          <a:xfrm>
            <a:off x="5099561" y="2744108"/>
            <a:ext cx="2540489" cy="277131"/>
          </a:xfrm>
        </p:spPr>
        <p:txBody>
          <a:bodyPr wrap="square">
            <a:noAutofit/>
          </a:bodyPr>
          <a:lstStyle>
            <a:lvl1pPr>
              <a:lnSpc>
                <a:spcPct val="100000"/>
              </a:lnSpc>
              <a:spcBef>
                <a:spcPts val="0"/>
              </a:spcBef>
              <a:defRPr lang="en-US" sz="1600" b="1" cap="none" baseline="0" dirty="0">
                <a:solidFill>
                  <a:schemeClr val="accent3"/>
                </a:solidFill>
                <a:latin typeface="+mj-lt"/>
                <a:cs typeface="Segoe UI Light" panose="020B0502040204020203" pitchFamily="34" charset="0"/>
              </a:defRPr>
            </a:lvl1pPr>
          </a:lstStyle>
          <a:p>
            <a:pPr lvl="0" defTabSz="914400">
              <a:lnSpc>
                <a:spcPts val="1700"/>
              </a:lnSpc>
            </a:pPr>
            <a:r>
              <a:rPr lang="en-US"/>
              <a:t>Title Text</a:t>
            </a:r>
          </a:p>
        </p:txBody>
      </p:sp>
      <p:sp>
        <p:nvSpPr>
          <p:cNvPr id="8" name="Text Placeholder 15">
            <a:extLst>
              <a:ext uri="{FF2B5EF4-FFF2-40B4-BE49-F238E27FC236}">
                <a16:creationId xmlns:a16="http://schemas.microsoft.com/office/drawing/2014/main" id="{1848309F-13A6-5C08-55AC-17F07E76D3EA}"/>
              </a:ext>
            </a:extLst>
          </p:cNvPr>
          <p:cNvSpPr>
            <a:spLocks noGrp="1"/>
          </p:cNvSpPr>
          <p:nvPr>
            <p:ph type="body" sz="quarter" idx="20"/>
          </p:nvPr>
        </p:nvSpPr>
        <p:spPr>
          <a:xfrm>
            <a:off x="5099561" y="4269327"/>
            <a:ext cx="2540489" cy="711627"/>
          </a:xfrm>
        </p:spPr>
        <p:txBody>
          <a:bodyPr wrap="square">
            <a:noAutofit/>
          </a:bodyPr>
          <a:lstStyle>
            <a:lvl1pPr>
              <a:lnSpc>
                <a:spcPts val="1700"/>
              </a:lnSpc>
              <a:spcBef>
                <a:spcPts val="0"/>
              </a:spcBef>
              <a:defRPr lang="en-US" sz="12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9" name="Text Placeholder 15">
            <a:extLst>
              <a:ext uri="{FF2B5EF4-FFF2-40B4-BE49-F238E27FC236}">
                <a16:creationId xmlns:a16="http://schemas.microsoft.com/office/drawing/2014/main" id="{5BF9E773-8A9C-9284-9DB4-C174542A31E5}"/>
              </a:ext>
            </a:extLst>
          </p:cNvPr>
          <p:cNvSpPr>
            <a:spLocks noGrp="1"/>
          </p:cNvSpPr>
          <p:nvPr>
            <p:ph type="body" sz="quarter" idx="21" hasCustomPrompt="1"/>
          </p:nvPr>
        </p:nvSpPr>
        <p:spPr>
          <a:xfrm>
            <a:off x="5099561" y="3977284"/>
            <a:ext cx="2540489" cy="277131"/>
          </a:xfrm>
        </p:spPr>
        <p:txBody>
          <a:bodyPr wrap="square">
            <a:noAutofit/>
          </a:bodyPr>
          <a:lstStyle>
            <a:lvl1pPr>
              <a:lnSpc>
                <a:spcPct val="100000"/>
              </a:lnSpc>
              <a:spcBef>
                <a:spcPts val="0"/>
              </a:spcBef>
              <a:defRPr lang="en-US" sz="1600" b="1" cap="none" baseline="0" dirty="0">
                <a:solidFill>
                  <a:schemeClr val="accent3"/>
                </a:solidFill>
                <a:latin typeface="+mj-lt"/>
                <a:cs typeface="Segoe UI Light" panose="020B0502040204020203" pitchFamily="34" charset="0"/>
              </a:defRPr>
            </a:lvl1pPr>
          </a:lstStyle>
          <a:p>
            <a:pPr lvl="0" defTabSz="914400">
              <a:lnSpc>
                <a:spcPts val="1700"/>
              </a:lnSpc>
            </a:pPr>
            <a:r>
              <a:rPr lang="en-US"/>
              <a:t>Title Text</a:t>
            </a:r>
          </a:p>
        </p:txBody>
      </p:sp>
      <p:sp>
        <p:nvSpPr>
          <p:cNvPr id="11" name="Rectangle 10">
            <a:extLst>
              <a:ext uri="{FF2B5EF4-FFF2-40B4-BE49-F238E27FC236}">
                <a16:creationId xmlns:a16="http://schemas.microsoft.com/office/drawing/2014/main" id="{B29BBA9C-2A12-FB33-1C73-565C956851BD}"/>
              </a:ext>
            </a:extLst>
          </p:cNvPr>
          <p:cNvSpPr/>
          <p:nvPr userDrawn="1"/>
        </p:nvSpPr>
        <p:spPr>
          <a:xfrm flipV="1">
            <a:off x="0" y="6058894"/>
            <a:ext cx="12191999" cy="806512"/>
          </a:xfrm>
          <a:prstGeom prst="rect">
            <a:avLst/>
          </a:prstGeom>
          <a:gradFill flip="none" rotWithShape="1">
            <a:gsLst>
              <a:gs pos="0">
                <a:srgbClr val="0033A1"/>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Slide Number Placeholder 5">
            <a:extLst>
              <a:ext uri="{FF2B5EF4-FFF2-40B4-BE49-F238E27FC236}">
                <a16:creationId xmlns:a16="http://schemas.microsoft.com/office/drawing/2014/main" id="{597AC993-9D2C-1555-22FA-F4B9220483AB}"/>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pic>
        <p:nvPicPr>
          <p:cNvPr id="13" name="Picture 12" descr="A black background with white text&#10;&#10;AI-generated content may be incorrect.">
            <a:extLst>
              <a:ext uri="{FF2B5EF4-FFF2-40B4-BE49-F238E27FC236}">
                <a16:creationId xmlns:a16="http://schemas.microsoft.com/office/drawing/2014/main" id="{630DB6D4-E69E-FC35-C27E-A81B52DAB058}"/>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
        <p:nvSpPr>
          <p:cNvPr id="15" name="Text Placeholder 15">
            <a:extLst>
              <a:ext uri="{FF2B5EF4-FFF2-40B4-BE49-F238E27FC236}">
                <a16:creationId xmlns:a16="http://schemas.microsoft.com/office/drawing/2014/main" id="{709CFECA-148F-197C-E1FE-4D32BD3AF0CF}"/>
              </a:ext>
            </a:extLst>
          </p:cNvPr>
          <p:cNvSpPr>
            <a:spLocks noGrp="1"/>
          </p:cNvSpPr>
          <p:nvPr>
            <p:ph type="body" sz="quarter" idx="22"/>
          </p:nvPr>
        </p:nvSpPr>
        <p:spPr>
          <a:xfrm>
            <a:off x="9100561" y="1806354"/>
            <a:ext cx="2540489" cy="711627"/>
          </a:xfrm>
        </p:spPr>
        <p:txBody>
          <a:bodyPr wrap="square">
            <a:noAutofit/>
          </a:bodyPr>
          <a:lstStyle>
            <a:lvl1pPr>
              <a:lnSpc>
                <a:spcPts val="1700"/>
              </a:lnSpc>
              <a:spcBef>
                <a:spcPts val="0"/>
              </a:spcBef>
              <a:defRPr lang="en-US" sz="12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6" name="Text Placeholder 15">
            <a:extLst>
              <a:ext uri="{FF2B5EF4-FFF2-40B4-BE49-F238E27FC236}">
                <a16:creationId xmlns:a16="http://schemas.microsoft.com/office/drawing/2014/main" id="{98664B98-19A0-A9D8-D657-BF616FA56C7B}"/>
              </a:ext>
            </a:extLst>
          </p:cNvPr>
          <p:cNvSpPr>
            <a:spLocks noGrp="1"/>
          </p:cNvSpPr>
          <p:nvPr>
            <p:ph type="body" sz="quarter" idx="23" hasCustomPrompt="1"/>
          </p:nvPr>
        </p:nvSpPr>
        <p:spPr>
          <a:xfrm>
            <a:off x="9100561" y="1514311"/>
            <a:ext cx="2540489" cy="277131"/>
          </a:xfrm>
        </p:spPr>
        <p:txBody>
          <a:bodyPr wrap="square">
            <a:noAutofit/>
          </a:bodyPr>
          <a:lstStyle>
            <a:lvl1pPr>
              <a:lnSpc>
                <a:spcPct val="100000"/>
              </a:lnSpc>
              <a:spcBef>
                <a:spcPts val="0"/>
              </a:spcBef>
              <a:defRPr lang="en-US" sz="1600" b="1" cap="none" baseline="0" dirty="0">
                <a:solidFill>
                  <a:schemeClr val="accent3"/>
                </a:solidFill>
                <a:latin typeface="+mj-lt"/>
                <a:cs typeface="Segoe UI Light" panose="020B0502040204020203" pitchFamily="34" charset="0"/>
              </a:defRPr>
            </a:lvl1pPr>
          </a:lstStyle>
          <a:p>
            <a:pPr lvl="0" defTabSz="914400">
              <a:lnSpc>
                <a:spcPts val="1700"/>
              </a:lnSpc>
            </a:pPr>
            <a:r>
              <a:rPr lang="en-US"/>
              <a:t>Title Text</a:t>
            </a:r>
          </a:p>
        </p:txBody>
      </p:sp>
      <p:sp>
        <p:nvSpPr>
          <p:cNvPr id="18" name="Text Placeholder 15">
            <a:extLst>
              <a:ext uri="{FF2B5EF4-FFF2-40B4-BE49-F238E27FC236}">
                <a16:creationId xmlns:a16="http://schemas.microsoft.com/office/drawing/2014/main" id="{20E638E3-FBF6-7B99-0D3A-D10707F19719}"/>
              </a:ext>
            </a:extLst>
          </p:cNvPr>
          <p:cNvSpPr>
            <a:spLocks noGrp="1"/>
          </p:cNvSpPr>
          <p:nvPr>
            <p:ph type="body" sz="quarter" idx="24"/>
          </p:nvPr>
        </p:nvSpPr>
        <p:spPr>
          <a:xfrm>
            <a:off x="9100561" y="3039530"/>
            <a:ext cx="2540489" cy="711627"/>
          </a:xfrm>
        </p:spPr>
        <p:txBody>
          <a:bodyPr wrap="square">
            <a:noAutofit/>
          </a:bodyPr>
          <a:lstStyle>
            <a:lvl1pPr>
              <a:lnSpc>
                <a:spcPts val="1700"/>
              </a:lnSpc>
              <a:spcBef>
                <a:spcPts val="0"/>
              </a:spcBef>
              <a:defRPr lang="en-US" sz="12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9" name="Text Placeholder 15">
            <a:extLst>
              <a:ext uri="{FF2B5EF4-FFF2-40B4-BE49-F238E27FC236}">
                <a16:creationId xmlns:a16="http://schemas.microsoft.com/office/drawing/2014/main" id="{64BE0B0B-D04E-5809-5324-240BE4488CDC}"/>
              </a:ext>
            </a:extLst>
          </p:cNvPr>
          <p:cNvSpPr>
            <a:spLocks noGrp="1"/>
          </p:cNvSpPr>
          <p:nvPr>
            <p:ph type="body" sz="quarter" idx="25" hasCustomPrompt="1"/>
          </p:nvPr>
        </p:nvSpPr>
        <p:spPr>
          <a:xfrm>
            <a:off x="9100561" y="2747487"/>
            <a:ext cx="2540489" cy="277131"/>
          </a:xfrm>
        </p:spPr>
        <p:txBody>
          <a:bodyPr wrap="square">
            <a:noAutofit/>
          </a:bodyPr>
          <a:lstStyle>
            <a:lvl1pPr>
              <a:lnSpc>
                <a:spcPct val="100000"/>
              </a:lnSpc>
              <a:spcBef>
                <a:spcPts val="0"/>
              </a:spcBef>
              <a:defRPr lang="en-US" sz="1600" b="1" cap="none" baseline="0" dirty="0">
                <a:solidFill>
                  <a:schemeClr val="accent3"/>
                </a:solidFill>
                <a:latin typeface="+mj-lt"/>
                <a:cs typeface="Segoe UI Light" panose="020B0502040204020203" pitchFamily="34" charset="0"/>
              </a:defRPr>
            </a:lvl1pPr>
          </a:lstStyle>
          <a:p>
            <a:pPr lvl="0" defTabSz="914400">
              <a:lnSpc>
                <a:spcPts val="1700"/>
              </a:lnSpc>
            </a:pPr>
            <a:r>
              <a:rPr lang="en-US"/>
              <a:t>Title Text</a:t>
            </a:r>
          </a:p>
        </p:txBody>
      </p:sp>
      <p:sp>
        <p:nvSpPr>
          <p:cNvPr id="21" name="Text Placeholder 15">
            <a:extLst>
              <a:ext uri="{FF2B5EF4-FFF2-40B4-BE49-F238E27FC236}">
                <a16:creationId xmlns:a16="http://schemas.microsoft.com/office/drawing/2014/main" id="{87CCD6D0-77A7-66ED-6C04-31499D347658}"/>
              </a:ext>
            </a:extLst>
          </p:cNvPr>
          <p:cNvSpPr>
            <a:spLocks noGrp="1"/>
          </p:cNvSpPr>
          <p:nvPr>
            <p:ph type="body" sz="quarter" idx="26"/>
          </p:nvPr>
        </p:nvSpPr>
        <p:spPr>
          <a:xfrm>
            <a:off x="9100561" y="4272706"/>
            <a:ext cx="2540489" cy="711627"/>
          </a:xfrm>
        </p:spPr>
        <p:txBody>
          <a:bodyPr wrap="square">
            <a:noAutofit/>
          </a:bodyPr>
          <a:lstStyle>
            <a:lvl1pPr>
              <a:lnSpc>
                <a:spcPts val="1700"/>
              </a:lnSpc>
              <a:spcBef>
                <a:spcPts val="0"/>
              </a:spcBef>
              <a:defRPr lang="en-US" sz="12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2" name="Text Placeholder 15">
            <a:extLst>
              <a:ext uri="{FF2B5EF4-FFF2-40B4-BE49-F238E27FC236}">
                <a16:creationId xmlns:a16="http://schemas.microsoft.com/office/drawing/2014/main" id="{C9710ECE-C370-3F4C-25A3-4214AD673B72}"/>
              </a:ext>
            </a:extLst>
          </p:cNvPr>
          <p:cNvSpPr>
            <a:spLocks noGrp="1"/>
          </p:cNvSpPr>
          <p:nvPr>
            <p:ph type="body" sz="quarter" idx="27" hasCustomPrompt="1"/>
          </p:nvPr>
        </p:nvSpPr>
        <p:spPr>
          <a:xfrm>
            <a:off x="9100561" y="3980663"/>
            <a:ext cx="2540489" cy="277131"/>
          </a:xfrm>
        </p:spPr>
        <p:txBody>
          <a:bodyPr wrap="square">
            <a:noAutofit/>
          </a:bodyPr>
          <a:lstStyle>
            <a:lvl1pPr>
              <a:lnSpc>
                <a:spcPct val="100000"/>
              </a:lnSpc>
              <a:spcBef>
                <a:spcPts val="0"/>
              </a:spcBef>
              <a:defRPr lang="en-US" sz="1600" b="1" cap="none" baseline="0" dirty="0">
                <a:solidFill>
                  <a:schemeClr val="accent3"/>
                </a:solidFill>
                <a:latin typeface="+mj-lt"/>
                <a:cs typeface="Segoe UI Light" panose="020B0502040204020203" pitchFamily="34" charset="0"/>
              </a:defRPr>
            </a:lvl1pPr>
          </a:lstStyle>
          <a:p>
            <a:pPr lvl="0" defTabSz="914400">
              <a:lnSpc>
                <a:spcPts val="1700"/>
              </a:lnSpc>
            </a:pPr>
            <a:r>
              <a:rPr lang="en-US"/>
              <a:t>Title Text</a:t>
            </a:r>
          </a:p>
        </p:txBody>
      </p:sp>
      <p:sp>
        <p:nvSpPr>
          <p:cNvPr id="2" name="Title 12">
            <a:extLst>
              <a:ext uri="{FF2B5EF4-FFF2-40B4-BE49-F238E27FC236}">
                <a16:creationId xmlns:a16="http://schemas.microsoft.com/office/drawing/2014/main" id="{073ED8F1-B3A3-1AB5-75DC-5C647B7B12FA}"/>
              </a:ext>
            </a:extLst>
          </p:cNvPr>
          <p:cNvSpPr>
            <a:spLocks noGrp="1"/>
          </p:cNvSpPr>
          <p:nvPr>
            <p:ph type="title" hasCustomPrompt="1"/>
          </p:nvPr>
        </p:nvSpPr>
        <p:spPr>
          <a:xfrm>
            <a:off x="550950" y="458606"/>
            <a:ext cx="11073603" cy="615553"/>
          </a:xfrm>
        </p:spPr>
        <p:txBody>
          <a:bodyPr wrap="square" anchor="t" anchorCtr="0">
            <a:spAutoFit/>
          </a:bodyPr>
          <a:lstStyle>
            <a:lvl1pPr>
              <a:lnSpc>
                <a:spcPct val="100000"/>
              </a:lnSpc>
              <a:defRPr lang="en-US" sz="3400" b="1" cap="none" baseline="0" dirty="0">
                <a:solidFill>
                  <a:schemeClr val="tx2"/>
                </a:solidFill>
                <a:latin typeface="+mj-lt"/>
                <a:ea typeface="+mn-ea"/>
                <a:cs typeface="Poppins Light" panose="00000400000000000000" pitchFamily="2" charset="0"/>
              </a:defRPr>
            </a:lvl1pPr>
          </a:lstStyle>
          <a:p>
            <a:pPr marL="0" lvl="0" defTabSz="914400"/>
            <a:r>
              <a:rPr lang="en-US"/>
              <a:t>Slide Title</a:t>
            </a:r>
          </a:p>
        </p:txBody>
      </p:sp>
    </p:spTree>
    <p:extLst>
      <p:ext uri="{BB962C8B-B14F-4D97-AF65-F5344CB8AC3E}">
        <p14:creationId xmlns:p14="http://schemas.microsoft.com/office/powerpoint/2010/main" val="95461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eneral Slide with Imag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463FFD-B557-4A02-A5EA-632ADB36B707}"/>
              </a:ext>
            </a:extLst>
          </p:cNvPr>
          <p:cNvSpPr/>
          <p:nvPr userDrawn="1"/>
        </p:nvSpPr>
        <p:spPr>
          <a:xfrm>
            <a:off x="2" y="1"/>
            <a:ext cx="6195752" cy="6875402"/>
          </a:xfrm>
          <a:prstGeom prst="rect">
            <a:avLst/>
          </a:prstGeom>
          <a:gradFill flip="none" rotWithShape="1">
            <a:gsLst>
              <a:gs pos="1000">
                <a:srgbClr val="0033A1"/>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33A1"/>
              </a:solidFill>
            </a:endParaRPr>
          </a:p>
        </p:txBody>
      </p:sp>
      <p:sp>
        <p:nvSpPr>
          <p:cNvPr id="18" name="Title 12">
            <a:extLst>
              <a:ext uri="{FF2B5EF4-FFF2-40B4-BE49-F238E27FC236}">
                <a16:creationId xmlns:a16="http://schemas.microsoft.com/office/drawing/2014/main" id="{6177DBA7-41FC-41F6-8D79-104BB964BCBD}"/>
              </a:ext>
            </a:extLst>
          </p:cNvPr>
          <p:cNvSpPr>
            <a:spLocks noGrp="1"/>
          </p:cNvSpPr>
          <p:nvPr>
            <p:ph type="title" hasCustomPrompt="1"/>
          </p:nvPr>
        </p:nvSpPr>
        <p:spPr>
          <a:xfrm>
            <a:off x="550950" y="458606"/>
            <a:ext cx="5055523" cy="615553"/>
          </a:xfrm>
        </p:spPr>
        <p:txBody>
          <a:bodyPr wrap="square" anchor="t" anchorCtr="0">
            <a:spAutoFit/>
          </a:bodyPr>
          <a:lstStyle>
            <a:lvl1pPr>
              <a:lnSpc>
                <a:spcPct val="1000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
        <p:nvSpPr>
          <p:cNvPr id="20" name="Text Placeholder 15">
            <a:extLst>
              <a:ext uri="{FF2B5EF4-FFF2-40B4-BE49-F238E27FC236}">
                <a16:creationId xmlns:a16="http://schemas.microsoft.com/office/drawing/2014/main" id="{5115FB88-1541-4A66-9A16-2B31F222CFC1}"/>
              </a:ext>
            </a:extLst>
          </p:cNvPr>
          <p:cNvSpPr>
            <a:spLocks noGrp="1"/>
          </p:cNvSpPr>
          <p:nvPr>
            <p:ph type="body" sz="quarter" idx="15"/>
          </p:nvPr>
        </p:nvSpPr>
        <p:spPr>
          <a:xfrm>
            <a:off x="562432" y="1206704"/>
            <a:ext cx="5044041" cy="2724433"/>
          </a:xfrm>
        </p:spPr>
        <p:txBody>
          <a:bodyPr wrap="square">
            <a:noAutofit/>
          </a:bodyPr>
          <a:lstStyle>
            <a:lvl1pPr>
              <a:lnSpc>
                <a:spcPts val="2500"/>
              </a:lnSpc>
              <a:spcBef>
                <a:spcPts val="0"/>
              </a:spcBef>
              <a:defRPr lang="en-US" sz="2000" kern="1200" dirty="0">
                <a:solidFill>
                  <a:schemeClr val="bg1"/>
                </a:solidFill>
                <a:latin typeface="+mj-lt"/>
                <a:ea typeface="+mn-ea"/>
                <a:cs typeface="Segoe UI Light" panose="020B0502040204020203" pitchFamily="34" charset="0"/>
              </a:defRPr>
            </a:lvl1pPr>
          </a:lstStyle>
          <a:p>
            <a:pPr lvl="0" defTabSz="914400">
              <a:lnSpc>
                <a:spcPts val="1700"/>
              </a:lnSpc>
            </a:pPr>
            <a:r>
              <a:rPr lang="en-US"/>
              <a:t>Click to edit Master text styles</a:t>
            </a:r>
          </a:p>
        </p:txBody>
      </p:sp>
      <p:sp>
        <p:nvSpPr>
          <p:cNvPr id="23" name="Text Placeholder 15">
            <a:extLst>
              <a:ext uri="{FF2B5EF4-FFF2-40B4-BE49-F238E27FC236}">
                <a16:creationId xmlns:a16="http://schemas.microsoft.com/office/drawing/2014/main" id="{A2FC920B-F374-4BAA-8606-634AC80EA5AD}"/>
              </a:ext>
            </a:extLst>
          </p:cNvPr>
          <p:cNvSpPr>
            <a:spLocks noGrp="1"/>
          </p:cNvSpPr>
          <p:nvPr>
            <p:ph type="body" sz="quarter" idx="17"/>
          </p:nvPr>
        </p:nvSpPr>
        <p:spPr>
          <a:xfrm>
            <a:off x="9709322" y="3429000"/>
            <a:ext cx="2130708" cy="2395124"/>
          </a:xfrm>
        </p:spPr>
        <p:txBody>
          <a:bodyPr wrap="square" anchor="b">
            <a:noAutofit/>
          </a:bodyPr>
          <a:lstStyle>
            <a:lvl1pPr>
              <a:lnSpc>
                <a:spcPts val="1800"/>
              </a:lnSpc>
              <a:spcBef>
                <a:spcPts val="0"/>
              </a:spcBef>
              <a:defRPr lang="en-US" sz="1400" b="1" i="1" dirty="0">
                <a:solidFill>
                  <a:schemeClr val="tx2"/>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7" name="Picture Placeholder 25">
            <a:extLst>
              <a:ext uri="{FF2B5EF4-FFF2-40B4-BE49-F238E27FC236}">
                <a16:creationId xmlns:a16="http://schemas.microsoft.com/office/drawing/2014/main" id="{32FF6CE0-E0DF-4872-B705-EAE6025528E5}"/>
              </a:ext>
            </a:extLst>
          </p:cNvPr>
          <p:cNvSpPr>
            <a:spLocks noGrp="1"/>
          </p:cNvSpPr>
          <p:nvPr>
            <p:ph type="pic" sz="quarter" idx="45" hasCustomPrompt="1"/>
          </p:nvPr>
        </p:nvSpPr>
        <p:spPr>
          <a:xfrm>
            <a:off x="6263219" y="-17405"/>
            <a:ext cx="3095866" cy="2228317"/>
          </a:xfrm>
        </p:spPr>
        <p:txBody>
          <a:bodyPr anchor="ctr" anchorCtr="0"/>
          <a:lstStyle>
            <a:lvl1pPr algn="ctr">
              <a:defRPr>
                <a:solidFill>
                  <a:schemeClr val="tx1"/>
                </a:solidFill>
              </a:defRPr>
            </a:lvl1pPr>
          </a:lstStyle>
          <a:p>
            <a:r>
              <a:rPr lang="en-US"/>
              <a:t>Image</a:t>
            </a:r>
          </a:p>
        </p:txBody>
      </p:sp>
      <p:sp>
        <p:nvSpPr>
          <p:cNvPr id="28" name="Picture Placeholder 25">
            <a:extLst>
              <a:ext uri="{FF2B5EF4-FFF2-40B4-BE49-F238E27FC236}">
                <a16:creationId xmlns:a16="http://schemas.microsoft.com/office/drawing/2014/main" id="{82329212-ED48-4614-9478-A0E1FB6DC7D4}"/>
              </a:ext>
            </a:extLst>
          </p:cNvPr>
          <p:cNvSpPr>
            <a:spLocks noGrp="1"/>
          </p:cNvSpPr>
          <p:nvPr>
            <p:ph type="pic" sz="quarter" idx="46" hasCustomPrompt="1"/>
          </p:nvPr>
        </p:nvSpPr>
        <p:spPr>
          <a:xfrm>
            <a:off x="6263219" y="2304153"/>
            <a:ext cx="3095866" cy="2228317"/>
          </a:xfrm>
        </p:spPr>
        <p:txBody>
          <a:bodyPr anchor="ctr" anchorCtr="0"/>
          <a:lstStyle>
            <a:lvl1pPr algn="ctr">
              <a:defRPr>
                <a:solidFill>
                  <a:schemeClr val="tx1"/>
                </a:solidFill>
              </a:defRPr>
            </a:lvl1pPr>
          </a:lstStyle>
          <a:p>
            <a:r>
              <a:rPr lang="en-US"/>
              <a:t>Image</a:t>
            </a:r>
          </a:p>
        </p:txBody>
      </p:sp>
      <p:sp>
        <p:nvSpPr>
          <p:cNvPr id="29" name="Picture Placeholder 25">
            <a:extLst>
              <a:ext uri="{FF2B5EF4-FFF2-40B4-BE49-F238E27FC236}">
                <a16:creationId xmlns:a16="http://schemas.microsoft.com/office/drawing/2014/main" id="{6AE30B4C-94BA-4E21-BED2-54A5187DE88A}"/>
              </a:ext>
            </a:extLst>
          </p:cNvPr>
          <p:cNvSpPr>
            <a:spLocks noGrp="1"/>
          </p:cNvSpPr>
          <p:nvPr>
            <p:ph type="pic" sz="quarter" idx="47" hasCustomPrompt="1"/>
          </p:nvPr>
        </p:nvSpPr>
        <p:spPr>
          <a:xfrm>
            <a:off x="6263219" y="4629683"/>
            <a:ext cx="3095866" cy="2228317"/>
          </a:xfrm>
        </p:spPr>
        <p:txBody>
          <a:bodyPr anchor="ctr" anchorCtr="0"/>
          <a:lstStyle>
            <a:lvl1pPr algn="ctr">
              <a:defRPr>
                <a:solidFill>
                  <a:schemeClr val="tx1"/>
                </a:solidFill>
              </a:defRPr>
            </a:lvl1pPr>
          </a:lstStyle>
          <a:p>
            <a:r>
              <a:rPr lang="en-US"/>
              <a:t>Image</a:t>
            </a:r>
          </a:p>
        </p:txBody>
      </p:sp>
      <p:sp>
        <p:nvSpPr>
          <p:cNvPr id="19" name="Text Placeholder 4">
            <a:extLst>
              <a:ext uri="{FF2B5EF4-FFF2-40B4-BE49-F238E27FC236}">
                <a16:creationId xmlns:a16="http://schemas.microsoft.com/office/drawing/2014/main" id="{32030A5A-6BB3-43C4-BFA0-F867FBCAAEDD}"/>
              </a:ext>
            </a:extLst>
          </p:cNvPr>
          <p:cNvSpPr>
            <a:spLocks noGrp="1"/>
          </p:cNvSpPr>
          <p:nvPr>
            <p:ph type="body" sz="quarter" idx="11" hasCustomPrompt="1"/>
          </p:nvPr>
        </p:nvSpPr>
        <p:spPr>
          <a:xfrm>
            <a:off x="562431" y="4089591"/>
            <a:ext cx="3207931" cy="1734533"/>
          </a:xfrm>
        </p:spPr>
        <p:txBody>
          <a:bodyPr>
            <a:normAutofit/>
          </a:bodyPr>
          <a:lstStyle>
            <a:lvl1pPr marL="344488" indent="-344488">
              <a:lnSpc>
                <a:spcPct val="100000"/>
              </a:lnSpc>
              <a:spcBef>
                <a:spcPts val="0"/>
              </a:spcBef>
              <a:spcAft>
                <a:spcPts val="1200"/>
              </a:spcAft>
              <a:buClr>
                <a:schemeClr val="accent1"/>
              </a:buClr>
              <a:buSzPct val="120000"/>
              <a:buFont typeface="Wingdings" panose="05000000000000000000" pitchFamily="2" charset="2"/>
              <a:buChar char="§"/>
              <a:defRPr lang="en-US" sz="1800" kern="1200" dirty="0">
                <a:solidFill>
                  <a:schemeClr val="bg1"/>
                </a:solidFill>
                <a:latin typeface="+mn-lt"/>
                <a:ea typeface="Lato" panose="020F0502020204030203" pitchFamily="34" charset="0"/>
                <a:cs typeface="Lato" panose="020F0502020204030203" pitchFamily="34" charset="0"/>
              </a:defRPr>
            </a:lvl1pPr>
          </a:lstStyle>
          <a:p>
            <a:pPr lvl="0"/>
            <a:r>
              <a:rPr lang="en-US"/>
              <a:t>Add text here</a:t>
            </a:r>
          </a:p>
          <a:p>
            <a:pPr lvl="0"/>
            <a:r>
              <a:rPr lang="en-US"/>
              <a:t>Add text here</a:t>
            </a:r>
          </a:p>
          <a:p>
            <a:pPr lvl="0"/>
            <a:r>
              <a:rPr lang="en-US"/>
              <a:t>Add text here</a:t>
            </a:r>
          </a:p>
          <a:p>
            <a:pPr lvl="0"/>
            <a:r>
              <a:rPr lang="en-US"/>
              <a:t>Add text here</a:t>
            </a:r>
          </a:p>
        </p:txBody>
      </p:sp>
      <p:pic>
        <p:nvPicPr>
          <p:cNvPr id="3" name="Picture 2" descr="A black background with white text&#10;&#10;AI-generated content may be incorrect.">
            <a:extLst>
              <a:ext uri="{FF2B5EF4-FFF2-40B4-BE49-F238E27FC236}">
                <a16:creationId xmlns:a16="http://schemas.microsoft.com/office/drawing/2014/main" id="{E142AD8D-DAFD-8799-1F3E-57159A4D504E}"/>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
        <p:nvSpPr>
          <p:cNvPr id="4" name="Slide Number Placeholder 5">
            <a:extLst>
              <a:ext uri="{FF2B5EF4-FFF2-40B4-BE49-F238E27FC236}">
                <a16:creationId xmlns:a16="http://schemas.microsoft.com/office/drawing/2014/main" id="{C3A5AA7C-14A9-EEED-CE5D-D7D5666C262C}"/>
              </a:ext>
            </a:extLst>
          </p:cNvPr>
          <p:cNvSpPr>
            <a:spLocks noGrp="1"/>
          </p:cNvSpPr>
          <p:nvPr>
            <p:ph type="sldNum" sz="quarter" idx="13"/>
          </p:nvPr>
        </p:nvSpPr>
        <p:spPr>
          <a:xfrm>
            <a:off x="11491687" y="6290628"/>
            <a:ext cx="348343" cy="365125"/>
          </a:xfrm>
        </p:spPr>
        <p:txBody>
          <a:bodyPr/>
          <a:lstStyle>
            <a:lvl1pPr algn="l">
              <a:defRPr sz="1000" b="1">
                <a:solidFill>
                  <a:schemeClr val="tx2"/>
                </a:solidFill>
              </a:defRPr>
            </a:lvl1pPr>
          </a:lstStyle>
          <a:p>
            <a:fld id="{D5557E57-8FF5-498F-85CD-A04FA8F809F1}" type="slidenum">
              <a:rPr lang="en-US" smtClean="0"/>
              <a:pPr/>
              <a:t>‹#›</a:t>
            </a:fld>
            <a:endParaRPr lang="en-US"/>
          </a:p>
        </p:txBody>
      </p:sp>
    </p:spTree>
    <p:extLst>
      <p:ext uri="{BB962C8B-B14F-4D97-AF65-F5344CB8AC3E}">
        <p14:creationId xmlns:p14="http://schemas.microsoft.com/office/powerpoint/2010/main" val="2966388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rtfolio Collage Slide">
    <p:spTree>
      <p:nvGrpSpPr>
        <p:cNvPr id="1" name=""/>
        <p:cNvGrpSpPr/>
        <p:nvPr/>
      </p:nvGrpSpPr>
      <p:grpSpPr>
        <a:xfrm>
          <a:off x="0" y="0"/>
          <a:ext cx="0" cy="0"/>
          <a:chOff x="0" y="0"/>
          <a:chExt cx="0" cy="0"/>
        </a:xfrm>
      </p:grpSpPr>
      <p:sp>
        <p:nvSpPr>
          <p:cNvPr id="23" name="Text Placeholder 15">
            <a:extLst>
              <a:ext uri="{FF2B5EF4-FFF2-40B4-BE49-F238E27FC236}">
                <a16:creationId xmlns:a16="http://schemas.microsoft.com/office/drawing/2014/main" id="{A2FC920B-F374-4BAA-8606-634AC80EA5AD}"/>
              </a:ext>
            </a:extLst>
          </p:cNvPr>
          <p:cNvSpPr>
            <a:spLocks noGrp="1"/>
          </p:cNvSpPr>
          <p:nvPr>
            <p:ph type="body" sz="quarter" idx="17"/>
          </p:nvPr>
        </p:nvSpPr>
        <p:spPr>
          <a:xfrm>
            <a:off x="9709322" y="4532471"/>
            <a:ext cx="2130708" cy="1758158"/>
          </a:xfrm>
        </p:spPr>
        <p:txBody>
          <a:bodyPr wrap="square" anchor="b">
            <a:noAutofit/>
          </a:bodyPr>
          <a:lstStyle>
            <a:lvl1pPr>
              <a:lnSpc>
                <a:spcPct val="100000"/>
              </a:lnSpc>
              <a:spcBef>
                <a:spcPts val="0"/>
              </a:spcBef>
              <a:defRPr lang="en-US" sz="2000" b="1" i="1"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7" name="Picture Placeholder 25">
            <a:extLst>
              <a:ext uri="{FF2B5EF4-FFF2-40B4-BE49-F238E27FC236}">
                <a16:creationId xmlns:a16="http://schemas.microsoft.com/office/drawing/2014/main" id="{32FF6CE0-E0DF-4872-B705-EAE6025528E5}"/>
              </a:ext>
            </a:extLst>
          </p:cNvPr>
          <p:cNvSpPr>
            <a:spLocks noGrp="1"/>
          </p:cNvSpPr>
          <p:nvPr>
            <p:ph type="pic" sz="quarter" idx="45" hasCustomPrompt="1"/>
          </p:nvPr>
        </p:nvSpPr>
        <p:spPr>
          <a:xfrm>
            <a:off x="6317673" y="0"/>
            <a:ext cx="3013704" cy="2210912"/>
          </a:xfrm>
        </p:spPr>
        <p:txBody>
          <a:bodyPr anchor="ctr" anchorCtr="0"/>
          <a:lstStyle>
            <a:lvl1pPr algn="ctr">
              <a:defRPr>
                <a:solidFill>
                  <a:schemeClr val="tx1"/>
                </a:solidFill>
              </a:defRPr>
            </a:lvl1pPr>
          </a:lstStyle>
          <a:p>
            <a:r>
              <a:rPr lang="en-US"/>
              <a:t>Image</a:t>
            </a:r>
          </a:p>
        </p:txBody>
      </p:sp>
      <p:sp>
        <p:nvSpPr>
          <p:cNvPr id="28" name="Picture Placeholder 25">
            <a:extLst>
              <a:ext uri="{FF2B5EF4-FFF2-40B4-BE49-F238E27FC236}">
                <a16:creationId xmlns:a16="http://schemas.microsoft.com/office/drawing/2014/main" id="{82329212-ED48-4614-9478-A0E1FB6DC7D4}"/>
              </a:ext>
            </a:extLst>
          </p:cNvPr>
          <p:cNvSpPr>
            <a:spLocks noGrp="1"/>
          </p:cNvSpPr>
          <p:nvPr>
            <p:ph type="pic" sz="quarter" idx="46" hasCustomPrompt="1"/>
          </p:nvPr>
        </p:nvSpPr>
        <p:spPr>
          <a:xfrm>
            <a:off x="6317673" y="2304153"/>
            <a:ext cx="3013704" cy="2228317"/>
          </a:xfrm>
        </p:spPr>
        <p:txBody>
          <a:bodyPr anchor="ctr" anchorCtr="0"/>
          <a:lstStyle>
            <a:lvl1pPr algn="ctr">
              <a:defRPr>
                <a:solidFill>
                  <a:schemeClr val="tx1"/>
                </a:solidFill>
              </a:defRPr>
            </a:lvl1pPr>
          </a:lstStyle>
          <a:p>
            <a:r>
              <a:rPr lang="en-US"/>
              <a:t>Image</a:t>
            </a:r>
          </a:p>
        </p:txBody>
      </p:sp>
      <p:sp>
        <p:nvSpPr>
          <p:cNvPr id="29" name="Picture Placeholder 25">
            <a:extLst>
              <a:ext uri="{FF2B5EF4-FFF2-40B4-BE49-F238E27FC236}">
                <a16:creationId xmlns:a16="http://schemas.microsoft.com/office/drawing/2014/main" id="{6AE30B4C-94BA-4E21-BED2-54A5187DE88A}"/>
              </a:ext>
            </a:extLst>
          </p:cNvPr>
          <p:cNvSpPr>
            <a:spLocks noGrp="1"/>
          </p:cNvSpPr>
          <p:nvPr>
            <p:ph type="pic" sz="quarter" idx="47" hasCustomPrompt="1"/>
          </p:nvPr>
        </p:nvSpPr>
        <p:spPr>
          <a:xfrm>
            <a:off x="6317673" y="4629683"/>
            <a:ext cx="3013704" cy="2228317"/>
          </a:xfrm>
        </p:spPr>
        <p:txBody>
          <a:bodyPr anchor="ctr" anchorCtr="0"/>
          <a:lstStyle>
            <a:lvl1pPr algn="ctr">
              <a:defRPr>
                <a:solidFill>
                  <a:schemeClr val="tx1"/>
                </a:solidFill>
              </a:defRPr>
            </a:lvl1pPr>
          </a:lstStyle>
          <a:p>
            <a:r>
              <a:rPr lang="en-US"/>
              <a:t>Image</a:t>
            </a:r>
          </a:p>
        </p:txBody>
      </p:sp>
      <p:sp>
        <p:nvSpPr>
          <p:cNvPr id="3" name="Picture Placeholder 25">
            <a:extLst>
              <a:ext uri="{FF2B5EF4-FFF2-40B4-BE49-F238E27FC236}">
                <a16:creationId xmlns:a16="http://schemas.microsoft.com/office/drawing/2014/main" id="{C83EE13A-2B05-C9F2-BB89-F4345A343539}"/>
              </a:ext>
            </a:extLst>
          </p:cNvPr>
          <p:cNvSpPr>
            <a:spLocks noGrp="1"/>
          </p:cNvSpPr>
          <p:nvPr>
            <p:ph type="pic" sz="quarter" idx="48" hasCustomPrompt="1"/>
          </p:nvPr>
        </p:nvSpPr>
        <p:spPr>
          <a:xfrm>
            <a:off x="-2008" y="-17406"/>
            <a:ext cx="6222498" cy="6875406"/>
          </a:xfrm>
        </p:spPr>
        <p:txBody>
          <a:bodyPr anchor="ctr" anchorCtr="0"/>
          <a:lstStyle>
            <a:lvl1pPr algn="ctr">
              <a:defRPr>
                <a:solidFill>
                  <a:schemeClr val="tx1"/>
                </a:solidFill>
              </a:defRPr>
            </a:lvl1pPr>
          </a:lstStyle>
          <a:p>
            <a:r>
              <a:rPr lang="en-US"/>
              <a:t>Image</a:t>
            </a:r>
          </a:p>
        </p:txBody>
      </p:sp>
      <p:sp>
        <p:nvSpPr>
          <p:cNvPr id="4" name="Picture Placeholder 25">
            <a:extLst>
              <a:ext uri="{FF2B5EF4-FFF2-40B4-BE49-F238E27FC236}">
                <a16:creationId xmlns:a16="http://schemas.microsoft.com/office/drawing/2014/main" id="{AB6380C6-F41F-A10D-66E8-E1A206A72E50}"/>
              </a:ext>
            </a:extLst>
          </p:cNvPr>
          <p:cNvSpPr>
            <a:spLocks noGrp="1"/>
          </p:cNvSpPr>
          <p:nvPr>
            <p:ph type="pic" sz="quarter" idx="49" hasCustomPrompt="1"/>
          </p:nvPr>
        </p:nvSpPr>
        <p:spPr>
          <a:xfrm>
            <a:off x="9428560" y="0"/>
            <a:ext cx="2763440" cy="4127335"/>
          </a:xfrm>
        </p:spPr>
        <p:txBody>
          <a:bodyPr anchor="ctr" anchorCtr="0"/>
          <a:lstStyle>
            <a:lvl1pPr algn="ctr">
              <a:defRPr>
                <a:solidFill>
                  <a:schemeClr val="tx1"/>
                </a:solidFill>
              </a:defRPr>
            </a:lvl1pPr>
          </a:lstStyle>
          <a:p>
            <a:r>
              <a:rPr lang="en-US"/>
              <a:t>Image</a:t>
            </a:r>
          </a:p>
        </p:txBody>
      </p:sp>
      <p:sp>
        <p:nvSpPr>
          <p:cNvPr id="2" name="Slide Number Placeholder 5">
            <a:extLst>
              <a:ext uri="{FF2B5EF4-FFF2-40B4-BE49-F238E27FC236}">
                <a16:creationId xmlns:a16="http://schemas.microsoft.com/office/drawing/2014/main" id="{29FB7DB6-FCE6-455C-8DDA-A50EBA91C567}"/>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Tree>
    <p:extLst>
      <p:ext uri="{BB962C8B-B14F-4D97-AF65-F5344CB8AC3E}">
        <p14:creationId xmlns:p14="http://schemas.microsoft.com/office/powerpoint/2010/main" val="1911270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folio Slide - Large Image with Detail">
    <p:spTree>
      <p:nvGrpSpPr>
        <p:cNvPr id="1" name=""/>
        <p:cNvGrpSpPr/>
        <p:nvPr/>
      </p:nvGrpSpPr>
      <p:grpSpPr>
        <a:xfrm>
          <a:off x="0" y="0"/>
          <a:ext cx="0" cy="0"/>
          <a:chOff x="0" y="0"/>
          <a:chExt cx="0" cy="0"/>
        </a:xfrm>
      </p:grpSpPr>
      <p:sp>
        <p:nvSpPr>
          <p:cNvPr id="23" name="Text Placeholder 15">
            <a:extLst>
              <a:ext uri="{FF2B5EF4-FFF2-40B4-BE49-F238E27FC236}">
                <a16:creationId xmlns:a16="http://schemas.microsoft.com/office/drawing/2014/main" id="{A2FC920B-F374-4BAA-8606-634AC80EA5AD}"/>
              </a:ext>
            </a:extLst>
          </p:cNvPr>
          <p:cNvSpPr>
            <a:spLocks noGrp="1"/>
          </p:cNvSpPr>
          <p:nvPr>
            <p:ph type="body" sz="quarter" idx="17"/>
          </p:nvPr>
        </p:nvSpPr>
        <p:spPr>
          <a:xfrm>
            <a:off x="9448800" y="4532471"/>
            <a:ext cx="2391230" cy="1758158"/>
          </a:xfrm>
        </p:spPr>
        <p:txBody>
          <a:bodyPr wrap="square" anchor="b">
            <a:noAutofit/>
          </a:bodyPr>
          <a:lstStyle>
            <a:lvl1pPr>
              <a:lnSpc>
                <a:spcPct val="100000"/>
              </a:lnSpc>
              <a:spcBef>
                <a:spcPts val="0"/>
              </a:spcBef>
              <a:defRPr lang="en-US" sz="2000" b="1" i="1"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 name="Picture Placeholder 25">
            <a:extLst>
              <a:ext uri="{FF2B5EF4-FFF2-40B4-BE49-F238E27FC236}">
                <a16:creationId xmlns:a16="http://schemas.microsoft.com/office/drawing/2014/main" id="{C83EE13A-2B05-C9F2-BB89-F4345A343539}"/>
              </a:ext>
            </a:extLst>
          </p:cNvPr>
          <p:cNvSpPr>
            <a:spLocks noGrp="1"/>
          </p:cNvSpPr>
          <p:nvPr>
            <p:ph type="pic" sz="quarter" idx="48" hasCustomPrompt="1"/>
          </p:nvPr>
        </p:nvSpPr>
        <p:spPr>
          <a:xfrm>
            <a:off x="-2008" y="-17406"/>
            <a:ext cx="9078598" cy="6875406"/>
          </a:xfrm>
        </p:spPr>
        <p:txBody>
          <a:bodyPr anchor="ctr" anchorCtr="0"/>
          <a:lstStyle>
            <a:lvl1pPr algn="ctr">
              <a:defRPr>
                <a:solidFill>
                  <a:schemeClr val="tx1"/>
                </a:solidFill>
              </a:defRPr>
            </a:lvl1pPr>
          </a:lstStyle>
          <a:p>
            <a:r>
              <a:rPr lang="en-US"/>
              <a:t>Image</a:t>
            </a:r>
          </a:p>
        </p:txBody>
      </p:sp>
      <p:sp>
        <p:nvSpPr>
          <p:cNvPr id="4" name="Picture Placeholder 25">
            <a:extLst>
              <a:ext uri="{FF2B5EF4-FFF2-40B4-BE49-F238E27FC236}">
                <a16:creationId xmlns:a16="http://schemas.microsoft.com/office/drawing/2014/main" id="{AB6380C6-F41F-A10D-66E8-E1A206A72E50}"/>
              </a:ext>
            </a:extLst>
          </p:cNvPr>
          <p:cNvSpPr>
            <a:spLocks noGrp="1"/>
          </p:cNvSpPr>
          <p:nvPr>
            <p:ph type="pic" sz="quarter" idx="49" hasCustomPrompt="1"/>
          </p:nvPr>
        </p:nvSpPr>
        <p:spPr>
          <a:xfrm>
            <a:off x="9165771" y="0"/>
            <a:ext cx="3026229" cy="4136571"/>
          </a:xfrm>
        </p:spPr>
        <p:txBody>
          <a:bodyPr anchor="ctr" anchorCtr="0"/>
          <a:lstStyle>
            <a:lvl1pPr algn="ctr">
              <a:defRPr>
                <a:solidFill>
                  <a:schemeClr val="tx1"/>
                </a:solidFill>
              </a:defRPr>
            </a:lvl1pPr>
          </a:lstStyle>
          <a:p>
            <a:r>
              <a:rPr lang="en-US"/>
              <a:t>Image</a:t>
            </a:r>
          </a:p>
        </p:txBody>
      </p:sp>
      <p:sp>
        <p:nvSpPr>
          <p:cNvPr id="2" name="Slide Number Placeholder 5">
            <a:extLst>
              <a:ext uri="{FF2B5EF4-FFF2-40B4-BE49-F238E27FC236}">
                <a16:creationId xmlns:a16="http://schemas.microsoft.com/office/drawing/2014/main" id="{54F7FFA7-4A3E-9D81-E34A-FA319B69AC3F}"/>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Tree>
    <p:extLst>
      <p:ext uri="{BB962C8B-B14F-4D97-AF65-F5344CB8AC3E}">
        <p14:creationId xmlns:p14="http://schemas.microsoft.com/office/powerpoint/2010/main" val="2386401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eneral Slide - Teal BG with Callout">
    <p:spTree>
      <p:nvGrpSpPr>
        <p:cNvPr id="1" name=""/>
        <p:cNvGrpSpPr/>
        <p:nvPr/>
      </p:nvGrpSpPr>
      <p:grpSpPr>
        <a:xfrm>
          <a:off x="0" y="0"/>
          <a:ext cx="0" cy="0"/>
          <a:chOff x="0" y="0"/>
          <a:chExt cx="0" cy="0"/>
        </a:xfrm>
      </p:grpSpPr>
      <p:pic>
        <p:nvPicPr>
          <p:cNvPr id="3" name="Picture 2" descr="A white arch on a blue background&#10;&#10;AI-generated content may be incorrect.">
            <a:extLst>
              <a:ext uri="{FF2B5EF4-FFF2-40B4-BE49-F238E27FC236}">
                <a16:creationId xmlns:a16="http://schemas.microsoft.com/office/drawing/2014/main" id="{8E9DD650-C014-78CE-B2CE-5E291A2A15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894" y="0"/>
            <a:ext cx="12205894" cy="6865472"/>
          </a:xfrm>
          <a:prstGeom prst="rect">
            <a:avLst/>
          </a:prstGeom>
        </p:spPr>
      </p:pic>
      <p:pic>
        <p:nvPicPr>
          <p:cNvPr id="4" name="Picture 3" descr="A black background with white text&#10;&#10;AI-generated content may be incorrect.">
            <a:extLst>
              <a:ext uri="{FF2B5EF4-FFF2-40B4-BE49-F238E27FC236}">
                <a16:creationId xmlns:a16="http://schemas.microsoft.com/office/drawing/2014/main" id="{32373D8A-1746-BDD4-C66E-9B2CE35D686F}"/>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
        <p:nvSpPr>
          <p:cNvPr id="6" name="Title 12">
            <a:extLst>
              <a:ext uri="{FF2B5EF4-FFF2-40B4-BE49-F238E27FC236}">
                <a16:creationId xmlns:a16="http://schemas.microsoft.com/office/drawing/2014/main" id="{0CC30D88-7A0B-4548-DB20-A902DCEDBC78}"/>
              </a:ext>
            </a:extLst>
          </p:cNvPr>
          <p:cNvSpPr>
            <a:spLocks noGrp="1"/>
          </p:cNvSpPr>
          <p:nvPr>
            <p:ph type="title" hasCustomPrompt="1"/>
          </p:nvPr>
        </p:nvSpPr>
        <p:spPr>
          <a:xfrm>
            <a:off x="562431" y="1033876"/>
            <a:ext cx="7142316" cy="553998"/>
          </a:xfrm>
        </p:spPr>
        <p:txBody>
          <a:bodyPr wrap="square" anchor="t" anchorCtr="0">
            <a:spAutoFit/>
          </a:bodyPr>
          <a:lstStyle>
            <a:lvl1pPr>
              <a:lnSpc>
                <a:spcPts val="36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
        <p:nvSpPr>
          <p:cNvPr id="7" name="Text Placeholder 15">
            <a:extLst>
              <a:ext uri="{FF2B5EF4-FFF2-40B4-BE49-F238E27FC236}">
                <a16:creationId xmlns:a16="http://schemas.microsoft.com/office/drawing/2014/main" id="{83666A43-53E9-2F97-1E03-B643FAE7803B}"/>
              </a:ext>
            </a:extLst>
          </p:cNvPr>
          <p:cNvSpPr>
            <a:spLocks noGrp="1"/>
          </p:cNvSpPr>
          <p:nvPr>
            <p:ph type="body" sz="quarter" idx="34"/>
          </p:nvPr>
        </p:nvSpPr>
        <p:spPr>
          <a:xfrm>
            <a:off x="565084" y="1707524"/>
            <a:ext cx="7139222" cy="3984117"/>
          </a:xfrm>
        </p:spPr>
        <p:txBody>
          <a:bodyPr wrap="square">
            <a:noAutofit/>
          </a:bodyPr>
          <a:lstStyle>
            <a:lvl1pPr algn="l">
              <a:lnSpc>
                <a:spcPct val="100000"/>
              </a:lnSpc>
              <a:spcBef>
                <a:spcPts val="0"/>
              </a:spcBef>
              <a:defRPr lang="en-US" sz="2400" b="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8" name="Text Placeholder 15">
            <a:extLst>
              <a:ext uri="{FF2B5EF4-FFF2-40B4-BE49-F238E27FC236}">
                <a16:creationId xmlns:a16="http://schemas.microsoft.com/office/drawing/2014/main" id="{10B52A26-762F-5E12-CCF4-AE9498F178C2}"/>
              </a:ext>
            </a:extLst>
          </p:cNvPr>
          <p:cNvSpPr>
            <a:spLocks noGrp="1"/>
          </p:cNvSpPr>
          <p:nvPr>
            <p:ph type="body" sz="quarter" idx="17"/>
          </p:nvPr>
        </p:nvSpPr>
        <p:spPr>
          <a:xfrm>
            <a:off x="9124545" y="3657600"/>
            <a:ext cx="2715485" cy="1992351"/>
          </a:xfrm>
        </p:spPr>
        <p:txBody>
          <a:bodyPr wrap="square" anchor="b">
            <a:noAutofit/>
          </a:bodyPr>
          <a:lstStyle>
            <a:lvl1pPr algn="r">
              <a:lnSpc>
                <a:spcPct val="100000"/>
              </a:lnSpc>
              <a:spcBef>
                <a:spcPts val="0"/>
              </a:spcBef>
              <a:defRPr lang="en-US" sz="2000" b="0" dirty="0">
                <a:solidFill>
                  <a:schemeClr val="accent3"/>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0" name="Picture Placeholder 25">
            <a:extLst>
              <a:ext uri="{FF2B5EF4-FFF2-40B4-BE49-F238E27FC236}">
                <a16:creationId xmlns:a16="http://schemas.microsoft.com/office/drawing/2014/main" id="{AF009BCD-3F9C-632E-AA0A-0B043DF68596}"/>
              </a:ext>
            </a:extLst>
          </p:cNvPr>
          <p:cNvSpPr>
            <a:spLocks noGrp="1"/>
          </p:cNvSpPr>
          <p:nvPr>
            <p:ph type="pic" sz="quarter" idx="45" hasCustomPrompt="1"/>
          </p:nvPr>
        </p:nvSpPr>
        <p:spPr>
          <a:xfrm>
            <a:off x="9124545" y="1889654"/>
            <a:ext cx="2715485" cy="1767946"/>
          </a:xfrm>
        </p:spPr>
        <p:txBody>
          <a:bodyPr anchor="ctr" anchorCtr="0"/>
          <a:lstStyle>
            <a:lvl1pPr algn="ctr">
              <a:defRPr>
                <a:solidFill>
                  <a:schemeClr val="tx1"/>
                </a:solidFill>
              </a:defRPr>
            </a:lvl1pPr>
          </a:lstStyle>
          <a:p>
            <a:r>
              <a:rPr lang="en-US"/>
              <a:t>Image</a:t>
            </a:r>
          </a:p>
        </p:txBody>
      </p:sp>
      <p:sp>
        <p:nvSpPr>
          <p:cNvPr id="16" name="Slide Number Placeholder 5">
            <a:extLst>
              <a:ext uri="{FF2B5EF4-FFF2-40B4-BE49-F238E27FC236}">
                <a16:creationId xmlns:a16="http://schemas.microsoft.com/office/drawing/2014/main" id="{508EEFEE-E395-F63F-450A-52FA67FC195D}"/>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Tree>
    <p:extLst>
      <p:ext uri="{BB962C8B-B14F-4D97-AF65-F5344CB8AC3E}">
        <p14:creationId xmlns:p14="http://schemas.microsoft.com/office/powerpoint/2010/main" val="3682245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eneral Slide - Green BG with Call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C7D4F6-DA12-7E9E-B5C2-7C137681A55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7624" y="-8316"/>
            <a:ext cx="12239624" cy="6884445"/>
          </a:xfrm>
          <a:prstGeom prst="rect">
            <a:avLst/>
          </a:prstGeom>
        </p:spPr>
      </p:pic>
      <p:sp>
        <p:nvSpPr>
          <p:cNvPr id="20" name="Slide Number Placeholder 5">
            <a:extLst>
              <a:ext uri="{FF2B5EF4-FFF2-40B4-BE49-F238E27FC236}">
                <a16:creationId xmlns:a16="http://schemas.microsoft.com/office/drawing/2014/main" id="{7D9B30B9-9802-42E6-8B03-D39435A0CE8C}"/>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pic>
        <p:nvPicPr>
          <p:cNvPr id="3" name="Picture 2" descr="A black background with white text&#10;&#10;AI-generated content may be incorrect.">
            <a:extLst>
              <a:ext uri="{FF2B5EF4-FFF2-40B4-BE49-F238E27FC236}">
                <a16:creationId xmlns:a16="http://schemas.microsoft.com/office/drawing/2014/main" id="{9171C77A-5FE4-A33F-1DB4-F12156DAF0A8}"/>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
        <p:nvSpPr>
          <p:cNvPr id="8" name="Title 12">
            <a:extLst>
              <a:ext uri="{FF2B5EF4-FFF2-40B4-BE49-F238E27FC236}">
                <a16:creationId xmlns:a16="http://schemas.microsoft.com/office/drawing/2014/main" id="{1903EE2D-A336-3A6F-EF08-ABACE2942EBF}"/>
              </a:ext>
            </a:extLst>
          </p:cNvPr>
          <p:cNvSpPr>
            <a:spLocks noGrp="1"/>
          </p:cNvSpPr>
          <p:nvPr>
            <p:ph type="title" hasCustomPrompt="1"/>
          </p:nvPr>
        </p:nvSpPr>
        <p:spPr>
          <a:xfrm>
            <a:off x="562431" y="1033876"/>
            <a:ext cx="7142316" cy="553998"/>
          </a:xfrm>
        </p:spPr>
        <p:txBody>
          <a:bodyPr wrap="square" anchor="t" anchorCtr="0">
            <a:spAutoFit/>
          </a:bodyPr>
          <a:lstStyle>
            <a:lvl1pPr>
              <a:lnSpc>
                <a:spcPts val="36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
        <p:nvSpPr>
          <p:cNvPr id="9" name="Text Placeholder 15">
            <a:extLst>
              <a:ext uri="{FF2B5EF4-FFF2-40B4-BE49-F238E27FC236}">
                <a16:creationId xmlns:a16="http://schemas.microsoft.com/office/drawing/2014/main" id="{E3E700BB-756A-849A-F75C-3E35D28A9638}"/>
              </a:ext>
            </a:extLst>
          </p:cNvPr>
          <p:cNvSpPr>
            <a:spLocks noGrp="1"/>
          </p:cNvSpPr>
          <p:nvPr>
            <p:ph type="body" sz="quarter" idx="34"/>
          </p:nvPr>
        </p:nvSpPr>
        <p:spPr>
          <a:xfrm>
            <a:off x="565084" y="1707524"/>
            <a:ext cx="7139222" cy="3984117"/>
          </a:xfrm>
        </p:spPr>
        <p:txBody>
          <a:bodyPr wrap="square">
            <a:noAutofit/>
          </a:bodyPr>
          <a:lstStyle>
            <a:lvl1pPr algn="l">
              <a:lnSpc>
                <a:spcPct val="100000"/>
              </a:lnSpc>
              <a:spcBef>
                <a:spcPts val="0"/>
              </a:spcBef>
              <a:defRPr lang="en-US" sz="2400" b="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 name="Text Placeholder 15">
            <a:extLst>
              <a:ext uri="{FF2B5EF4-FFF2-40B4-BE49-F238E27FC236}">
                <a16:creationId xmlns:a16="http://schemas.microsoft.com/office/drawing/2014/main" id="{855F3F3A-CFF5-0E57-E1B2-C469C707CC99}"/>
              </a:ext>
            </a:extLst>
          </p:cNvPr>
          <p:cNvSpPr>
            <a:spLocks noGrp="1"/>
          </p:cNvSpPr>
          <p:nvPr>
            <p:ph type="body" sz="quarter" idx="17"/>
          </p:nvPr>
        </p:nvSpPr>
        <p:spPr>
          <a:xfrm>
            <a:off x="9124545" y="3657600"/>
            <a:ext cx="2715485" cy="1992351"/>
          </a:xfrm>
        </p:spPr>
        <p:txBody>
          <a:bodyPr wrap="square" anchor="b">
            <a:noAutofit/>
          </a:bodyPr>
          <a:lstStyle>
            <a:lvl1pPr algn="r">
              <a:lnSpc>
                <a:spcPct val="100000"/>
              </a:lnSpc>
              <a:spcBef>
                <a:spcPts val="0"/>
              </a:spcBef>
              <a:defRPr lang="en-US" sz="2000" b="0" dirty="0">
                <a:solidFill>
                  <a:schemeClr val="accent3"/>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0" name="Picture Placeholder 25">
            <a:extLst>
              <a:ext uri="{FF2B5EF4-FFF2-40B4-BE49-F238E27FC236}">
                <a16:creationId xmlns:a16="http://schemas.microsoft.com/office/drawing/2014/main" id="{B4F7FA2E-9134-8A9F-2653-934888A8DF92}"/>
              </a:ext>
            </a:extLst>
          </p:cNvPr>
          <p:cNvSpPr>
            <a:spLocks noGrp="1"/>
          </p:cNvSpPr>
          <p:nvPr>
            <p:ph type="pic" sz="quarter" idx="45" hasCustomPrompt="1"/>
          </p:nvPr>
        </p:nvSpPr>
        <p:spPr>
          <a:xfrm>
            <a:off x="9124545" y="1889653"/>
            <a:ext cx="2715485" cy="1760539"/>
          </a:xfrm>
        </p:spPr>
        <p:txBody>
          <a:bodyPr anchor="ctr" anchorCtr="0"/>
          <a:lstStyle>
            <a:lvl1pPr algn="ctr">
              <a:defRPr>
                <a:solidFill>
                  <a:schemeClr val="tx1"/>
                </a:solidFill>
              </a:defRPr>
            </a:lvl1pPr>
          </a:lstStyle>
          <a:p>
            <a:r>
              <a:rPr lang="en-US"/>
              <a:t>Image</a:t>
            </a:r>
          </a:p>
        </p:txBody>
      </p:sp>
    </p:spTree>
    <p:extLst>
      <p:ext uri="{BB962C8B-B14F-4D97-AF65-F5344CB8AC3E}">
        <p14:creationId xmlns:p14="http://schemas.microsoft.com/office/powerpoint/2010/main" val="3084195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eneral Slide - Blue BG with Callout">
    <p:spTree>
      <p:nvGrpSpPr>
        <p:cNvPr id="1" name=""/>
        <p:cNvGrpSpPr/>
        <p:nvPr/>
      </p:nvGrpSpPr>
      <p:grpSpPr>
        <a:xfrm>
          <a:off x="0" y="0"/>
          <a:ext cx="0" cy="0"/>
          <a:chOff x="0" y="0"/>
          <a:chExt cx="0" cy="0"/>
        </a:xfrm>
      </p:grpSpPr>
      <p:pic>
        <p:nvPicPr>
          <p:cNvPr id="3" name="Picture 2" descr="A white arch on a blue background&#10;&#10;AI-generated content may be incorrect.">
            <a:extLst>
              <a:ext uri="{FF2B5EF4-FFF2-40B4-BE49-F238E27FC236}">
                <a16:creationId xmlns:a16="http://schemas.microsoft.com/office/drawing/2014/main" id="{97C96741-ED3C-4FCD-CDB1-66CC7A7A83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71"/>
            <a:ext cx="12192000" cy="6857657"/>
          </a:xfrm>
          <a:prstGeom prst="rect">
            <a:avLst/>
          </a:prstGeom>
        </p:spPr>
      </p:pic>
      <p:sp>
        <p:nvSpPr>
          <p:cNvPr id="20" name="Slide Number Placeholder 5">
            <a:extLst>
              <a:ext uri="{FF2B5EF4-FFF2-40B4-BE49-F238E27FC236}">
                <a16:creationId xmlns:a16="http://schemas.microsoft.com/office/drawing/2014/main" id="{7D9B30B9-9802-42E6-8B03-D39435A0CE8C}"/>
              </a:ext>
            </a:extLst>
          </p:cNvPr>
          <p:cNvSpPr>
            <a:spLocks noGrp="1"/>
          </p:cNvSpPr>
          <p:nvPr>
            <p:ph type="sldNum" sz="quarter" idx="13"/>
          </p:nvPr>
        </p:nvSpPr>
        <p:spPr>
          <a:xfrm>
            <a:off x="11491687" y="629275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
        <p:nvSpPr>
          <p:cNvPr id="6" name="Title 12">
            <a:extLst>
              <a:ext uri="{FF2B5EF4-FFF2-40B4-BE49-F238E27FC236}">
                <a16:creationId xmlns:a16="http://schemas.microsoft.com/office/drawing/2014/main" id="{16B2EB05-E4CA-F750-0442-CCD0DAF120A1}"/>
              </a:ext>
            </a:extLst>
          </p:cNvPr>
          <p:cNvSpPr>
            <a:spLocks noGrp="1"/>
          </p:cNvSpPr>
          <p:nvPr>
            <p:ph type="title" hasCustomPrompt="1"/>
          </p:nvPr>
        </p:nvSpPr>
        <p:spPr>
          <a:xfrm>
            <a:off x="4349371" y="1033876"/>
            <a:ext cx="7142316" cy="553998"/>
          </a:xfrm>
        </p:spPr>
        <p:txBody>
          <a:bodyPr wrap="square" anchor="t" anchorCtr="0">
            <a:spAutoFit/>
          </a:bodyPr>
          <a:lstStyle>
            <a:lvl1pPr>
              <a:lnSpc>
                <a:spcPts val="36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
        <p:nvSpPr>
          <p:cNvPr id="7" name="Text Placeholder 15">
            <a:extLst>
              <a:ext uri="{FF2B5EF4-FFF2-40B4-BE49-F238E27FC236}">
                <a16:creationId xmlns:a16="http://schemas.microsoft.com/office/drawing/2014/main" id="{0EAD4384-175B-64BB-A9DA-6393A8D0927D}"/>
              </a:ext>
            </a:extLst>
          </p:cNvPr>
          <p:cNvSpPr>
            <a:spLocks noGrp="1"/>
          </p:cNvSpPr>
          <p:nvPr>
            <p:ph type="body" sz="quarter" idx="34"/>
          </p:nvPr>
        </p:nvSpPr>
        <p:spPr>
          <a:xfrm>
            <a:off x="4352024" y="1701867"/>
            <a:ext cx="7139222" cy="3984117"/>
          </a:xfrm>
        </p:spPr>
        <p:txBody>
          <a:bodyPr wrap="square">
            <a:noAutofit/>
          </a:bodyPr>
          <a:lstStyle>
            <a:lvl1pPr algn="l">
              <a:lnSpc>
                <a:spcPct val="100000"/>
              </a:lnSpc>
              <a:spcBef>
                <a:spcPts val="0"/>
              </a:spcBef>
              <a:defRPr lang="en-US" sz="2400" b="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pic>
        <p:nvPicPr>
          <p:cNvPr id="8" name="Picture 7" descr="A black background with white text&#10;&#10;AI-generated content may be incorrect.">
            <a:extLst>
              <a:ext uri="{FF2B5EF4-FFF2-40B4-BE49-F238E27FC236}">
                <a16:creationId xmlns:a16="http://schemas.microsoft.com/office/drawing/2014/main" id="{9DEDC6B2-875B-7A26-B141-4579FAF919AE}"/>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96109" y="6247195"/>
            <a:ext cx="1165991" cy="410688"/>
          </a:xfrm>
          <a:prstGeom prst="rect">
            <a:avLst/>
          </a:prstGeom>
        </p:spPr>
      </p:pic>
      <p:sp>
        <p:nvSpPr>
          <p:cNvPr id="13" name="Text Placeholder 15">
            <a:extLst>
              <a:ext uri="{FF2B5EF4-FFF2-40B4-BE49-F238E27FC236}">
                <a16:creationId xmlns:a16="http://schemas.microsoft.com/office/drawing/2014/main" id="{AB4E622E-AF6B-15DD-FFBA-6DEB08A93529}"/>
              </a:ext>
            </a:extLst>
          </p:cNvPr>
          <p:cNvSpPr>
            <a:spLocks noGrp="1"/>
          </p:cNvSpPr>
          <p:nvPr>
            <p:ph type="body" sz="quarter" idx="17"/>
          </p:nvPr>
        </p:nvSpPr>
        <p:spPr>
          <a:xfrm>
            <a:off x="376653" y="3657600"/>
            <a:ext cx="2715485" cy="1992351"/>
          </a:xfrm>
        </p:spPr>
        <p:txBody>
          <a:bodyPr wrap="square" anchor="b">
            <a:noAutofit/>
          </a:bodyPr>
          <a:lstStyle>
            <a:lvl1pPr algn="l">
              <a:lnSpc>
                <a:spcPct val="100000"/>
              </a:lnSpc>
              <a:spcBef>
                <a:spcPts val="0"/>
              </a:spcBef>
              <a:defRPr lang="en-US" sz="2000" b="0" dirty="0">
                <a:solidFill>
                  <a:schemeClr val="accent3"/>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4" name="Picture Placeholder 25">
            <a:extLst>
              <a:ext uri="{FF2B5EF4-FFF2-40B4-BE49-F238E27FC236}">
                <a16:creationId xmlns:a16="http://schemas.microsoft.com/office/drawing/2014/main" id="{1B3D5EE7-8E93-1601-F777-9C4047A3FA9B}"/>
              </a:ext>
            </a:extLst>
          </p:cNvPr>
          <p:cNvSpPr>
            <a:spLocks noGrp="1"/>
          </p:cNvSpPr>
          <p:nvPr>
            <p:ph type="pic" sz="quarter" idx="45" hasCustomPrompt="1"/>
          </p:nvPr>
        </p:nvSpPr>
        <p:spPr>
          <a:xfrm>
            <a:off x="376653" y="1889654"/>
            <a:ext cx="2715485" cy="1767946"/>
          </a:xfrm>
        </p:spPr>
        <p:txBody>
          <a:bodyPr anchor="ctr" anchorCtr="0"/>
          <a:lstStyle>
            <a:lvl1pPr algn="ctr">
              <a:defRPr>
                <a:solidFill>
                  <a:schemeClr val="tx1"/>
                </a:solidFill>
              </a:defRPr>
            </a:lvl1pPr>
          </a:lstStyle>
          <a:p>
            <a:r>
              <a:rPr lang="en-US"/>
              <a:t>Image</a:t>
            </a:r>
          </a:p>
        </p:txBody>
      </p:sp>
    </p:spTree>
    <p:extLst>
      <p:ext uri="{BB962C8B-B14F-4D97-AF65-F5344CB8AC3E}">
        <p14:creationId xmlns:p14="http://schemas.microsoft.com/office/powerpoint/2010/main" val="20758716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eneral Slide with Sta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6C3788-7872-C2B4-ED1B-3B436F1FFDF0}"/>
              </a:ext>
            </a:extLst>
          </p:cNvPr>
          <p:cNvSpPr/>
          <p:nvPr userDrawn="1"/>
        </p:nvSpPr>
        <p:spPr>
          <a:xfrm rot="10800000" flipV="1">
            <a:off x="7125141" y="-1"/>
            <a:ext cx="5066858" cy="6865408"/>
          </a:xfrm>
          <a:prstGeom prst="rect">
            <a:avLst/>
          </a:prstGeom>
          <a:gradFill flip="none" rotWithShape="1">
            <a:gsLst>
              <a:gs pos="0">
                <a:srgbClr val="18276A"/>
              </a:gs>
              <a:gs pos="100000">
                <a:srgbClr val="0033A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 Placeholder 15">
            <a:extLst>
              <a:ext uri="{FF2B5EF4-FFF2-40B4-BE49-F238E27FC236}">
                <a16:creationId xmlns:a16="http://schemas.microsoft.com/office/drawing/2014/main" id="{7DF9EE56-05F4-4623-AC54-6ACFE882B1F9}"/>
              </a:ext>
            </a:extLst>
          </p:cNvPr>
          <p:cNvSpPr>
            <a:spLocks noGrp="1"/>
          </p:cNvSpPr>
          <p:nvPr>
            <p:ph type="body" sz="quarter" idx="15"/>
          </p:nvPr>
        </p:nvSpPr>
        <p:spPr>
          <a:xfrm>
            <a:off x="550951" y="1478718"/>
            <a:ext cx="6003918" cy="3997954"/>
          </a:xfrm>
        </p:spPr>
        <p:txBody>
          <a:bodyPr wrap="square">
            <a:noAutofit/>
          </a:bodyPr>
          <a:lstStyle>
            <a:lvl1pPr>
              <a:lnSpc>
                <a:spcPct val="100000"/>
              </a:lnSpc>
              <a:spcBef>
                <a:spcPts val="0"/>
              </a:spcBef>
              <a:defRPr lang="en-US" sz="20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5" name="Text Placeholder 15">
            <a:extLst>
              <a:ext uri="{FF2B5EF4-FFF2-40B4-BE49-F238E27FC236}">
                <a16:creationId xmlns:a16="http://schemas.microsoft.com/office/drawing/2014/main" id="{2D79DFB4-F9B5-4834-BD0D-3C240ED28655}"/>
              </a:ext>
            </a:extLst>
          </p:cNvPr>
          <p:cNvSpPr>
            <a:spLocks noGrp="1"/>
          </p:cNvSpPr>
          <p:nvPr>
            <p:ph type="body" sz="quarter" idx="31" hasCustomPrompt="1"/>
          </p:nvPr>
        </p:nvSpPr>
        <p:spPr>
          <a:xfrm>
            <a:off x="7716329" y="2209818"/>
            <a:ext cx="1657105" cy="315792"/>
          </a:xfrm>
          <a:noFill/>
        </p:spPr>
        <p:txBody>
          <a:bodyPr wrap="square" rtlCol="0">
            <a:spAutoFit/>
          </a:bodyPr>
          <a:lstStyle>
            <a:lvl1pPr algn="ctr">
              <a:defRPr lang="en-US" sz="1400" dirty="0">
                <a:solidFill>
                  <a:schemeClr val="bg1"/>
                </a:solidFill>
                <a:latin typeface="+mj-lt"/>
                <a:ea typeface="Segoe UI" panose="020B0502040204020203" pitchFamily="34" charset="0"/>
                <a:cs typeface="Segoe UI" panose="020B0502040204020203" pitchFamily="34" charset="0"/>
              </a:defRPr>
            </a:lvl1pPr>
          </a:lstStyle>
          <a:p>
            <a:pPr lvl="0" algn="ctr" defTabSz="914400">
              <a:lnSpc>
                <a:spcPct val="113000"/>
              </a:lnSpc>
              <a:spcBef>
                <a:spcPts val="0"/>
              </a:spcBef>
            </a:pPr>
            <a:r>
              <a:rPr lang="en-US"/>
              <a:t>Add text here</a:t>
            </a:r>
          </a:p>
        </p:txBody>
      </p:sp>
      <p:sp>
        <p:nvSpPr>
          <p:cNvPr id="26" name="Text Placeholder 15">
            <a:extLst>
              <a:ext uri="{FF2B5EF4-FFF2-40B4-BE49-F238E27FC236}">
                <a16:creationId xmlns:a16="http://schemas.microsoft.com/office/drawing/2014/main" id="{C7616A08-F7E9-490A-B013-701FA0C1DE1B}"/>
              </a:ext>
            </a:extLst>
          </p:cNvPr>
          <p:cNvSpPr>
            <a:spLocks noGrp="1"/>
          </p:cNvSpPr>
          <p:nvPr>
            <p:ph type="body" sz="quarter" idx="30" hasCustomPrompt="1"/>
          </p:nvPr>
        </p:nvSpPr>
        <p:spPr>
          <a:xfrm>
            <a:off x="7716329" y="1645005"/>
            <a:ext cx="1657105" cy="618631"/>
          </a:xfrm>
          <a:noFill/>
        </p:spPr>
        <p:txBody>
          <a:bodyPr wrap="square" rtlCol="0">
            <a:spAutoFit/>
          </a:bodyPr>
          <a:lstStyle>
            <a:lvl1pPr algn="ctr">
              <a:defRPr lang="en-US" sz="3800" b="1" dirty="0">
                <a:solidFill>
                  <a:schemeClr val="bg1"/>
                </a:solidFill>
                <a:latin typeface="+mj-lt"/>
              </a:defRPr>
            </a:lvl1pPr>
          </a:lstStyle>
          <a:p>
            <a:pPr lvl="0" algn="ctr" defTabSz="914400"/>
            <a:r>
              <a:rPr lang="en-US"/>
              <a:t>XX</a:t>
            </a:r>
          </a:p>
        </p:txBody>
      </p:sp>
      <p:sp>
        <p:nvSpPr>
          <p:cNvPr id="29" name="Text Placeholder 15">
            <a:extLst>
              <a:ext uri="{FF2B5EF4-FFF2-40B4-BE49-F238E27FC236}">
                <a16:creationId xmlns:a16="http://schemas.microsoft.com/office/drawing/2014/main" id="{7B91AF60-3DF9-4504-8D1B-8B36EFD034DF}"/>
              </a:ext>
            </a:extLst>
          </p:cNvPr>
          <p:cNvSpPr>
            <a:spLocks noGrp="1"/>
          </p:cNvSpPr>
          <p:nvPr>
            <p:ph type="body" sz="quarter" idx="32" hasCustomPrompt="1"/>
          </p:nvPr>
        </p:nvSpPr>
        <p:spPr>
          <a:xfrm>
            <a:off x="9943706" y="2209818"/>
            <a:ext cx="1657105" cy="315792"/>
          </a:xfrm>
          <a:noFill/>
        </p:spPr>
        <p:txBody>
          <a:bodyPr wrap="square" rtlCol="0">
            <a:spAutoFit/>
          </a:bodyPr>
          <a:lstStyle>
            <a:lvl1pPr algn="ctr">
              <a:defRPr lang="en-US" sz="1400" dirty="0">
                <a:solidFill>
                  <a:schemeClr val="bg1"/>
                </a:solidFill>
                <a:latin typeface="+mj-lt"/>
                <a:ea typeface="Segoe UI" panose="020B0502040204020203" pitchFamily="34" charset="0"/>
                <a:cs typeface="Segoe UI" panose="020B0502040204020203" pitchFamily="34" charset="0"/>
              </a:defRPr>
            </a:lvl1pPr>
          </a:lstStyle>
          <a:p>
            <a:pPr lvl="0" algn="ctr" defTabSz="914400">
              <a:lnSpc>
                <a:spcPct val="113000"/>
              </a:lnSpc>
              <a:spcBef>
                <a:spcPts val="0"/>
              </a:spcBef>
            </a:pPr>
            <a:r>
              <a:rPr lang="en-US"/>
              <a:t>Add text here</a:t>
            </a:r>
          </a:p>
        </p:txBody>
      </p:sp>
      <p:sp>
        <p:nvSpPr>
          <p:cNvPr id="30" name="Text Placeholder 15">
            <a:extLst>
              <a:ext uri="{FF2B5EF4-FFF2-40B4-BE49-F238E27FC236}">
                <a16:creationId xmlns:a16="http://schemas.microsoft.com/office/drawing/2014/main" id="{7EA5D99A-3597-4F07-825C-6364AA5EF72F}"/>
              </a:ext>
            </a:extLst>
          </p:cNvPr>
          <p:cNvSpPr>
            <a:spLocks noGrp="1"/>
          </p:cNvSpPr>
          <p:nvPr>
            <p:ph type="body" sz="quarter" idx="33" hasCustomPrompt="1"/>
          </p:nvPr>
        </p:nvSpPr>
        <p:spPr>
          <a:xfrm>
            <a:off x="9943706" y="1645005"/>
            <a:ext cx="1657105" cy="618631"/>
          </a:xfrm>
          <a:noFill/>
        </p:spPr>
        <p:txBody>
          <a:bodyPr wrap="square" rtlCol="0">
            <a:spAutoFit/>
          </a:bodyPr>
          <a:lstStyle>
            <a:lvl1pPr algn="ctr">
              <a:defRPr lang="en-US" sz="3800" b="1" dirty="0">
                <a:solidFill>
                  <a:schemeClr val="bg1"/>
                </a:solidFill>
                <a:latin typeface="+mj-lt"/>
              </a:defRPr>
            </a:lvl1pPr>
          </a:lstStyle>
          <a:p>
            <a:pPr lvl="0" algn="ctr" defTabSz="914400"/>
            <a:r>
              <a:rPr lang="en-US"/>
              <a:t>XX</a:t>
            </a:r>
          </a:p>
        </p:txBody>
      </p:sp>
      <p:sp>
        <p:nvSpPr>
          <p:cNvPr id="31" name="Title 12">
            <a:extLst>
              <a:ext uri="{FF2B5EF4-FFF2-40B4-BE49-F238E27FC236}">
                <a16:creationId xmlns:a16="http://schemas.microsoft.com/office/drawing/2014/main" id="{2DB6C9FD-BD79-480C-91F4-BE7E3A1CD84F}"/>
              </a:ext>
            </a:extLst>
          </p:cNvPr>
          <p:cNvSpPr>
            <a:spLocks noGrp="1"/>
          </p:cNvSpPr>
          <p:nvPr>
            <p:ph type="title" hasCustomPrompt="1"/>
          </p:nvPr>
        </p:nvSpPr>
        <p:spPr>
          <a:xfrm>
            <a:off x="550949" y="614906"/>
            <a:ext cx="6003919" cy="553998"/>
          </a:xfrm>
        </p:spPr>
        <p:txBody>
          <a:bodyPr wrap="square" anchor="t" anchorCtr="0">
            <a:spAutoFit/>
          </a:bodyPr>
          <a:lstStyle>
            <a:lvl1pPr>
              <a:lnSpc>
                <a:spcPts val="3600"/>
              </a:lnSpc>
              <a:defRPr lang="en-US" sz="3400" b="1" cap="none" baseline="0" dirty="0">
                <a:solidFill>
                  <a:schemeClr val="tx2"/>
                </a:solidFill>
                <a:latin typeface="+mj-lt"/>
                <a:ea typeface="+mn-ea"/>
                <a:cs typeface="Poppins Light" panose="00000400000000000000" pitchFamily="2" charset="0"/>
              </a:defRPr>
            </a:lvl1pPr>
          </a:lstStyle>
          <a:p>
            <a:pPr marL="0" lvl="0" defTabSz="914400"/>
            <a:r>
              <a:rPr lang="en-US"/>
              <a:t>Slide Title</a:t>
            </a:r>
          </a:p>
        </p:txBody>
      </p:sp>
      <p:sp>
        <p:nvSpPr>
          <p:cNvPr id="13" name="Slide Number Placeholder 5">
            <a:extLst>
              <a:ext uri="{FF2B5EF4-FFF2-40B4-BE49-F238E27FC236}">
                <a16:creationId xmlns:a16="http://schemas.microsoft.com/office/drawing/2014/main" id="{615084CE-5899-462A-8085-5D00FEB22E4E}"/>
              </a:ext>
            </a:extLst>
          </p:cNvPr>
          <p:cNvSpPr>
            <a:spLocks noGrp="1"/>
          </p:cNvSpPr>
          <p:nvPr>
            <p:ph type="sldNum" sz="quarter" idx="13"/>
          </p:nvPr>
        </p:nvSpPr>
        <p:spPr>
          <a:xfrm>
            <a:off x="11491687" y="629275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pic>
        <p:nvPicPr>
          <p:cNvPr id="4" name="Picture 3" descr="Blue text on a black background&#10;&#10;AI-generated content may be incorrect.">
            <a:extLst>
              <a:ext uri="{FF2B5EF4-FFF2-40B4-BE49-F238E27FC236}">
                <a16:creationId xmlns:a16="http://schemas.microsoft.com/office/drawing/2014/main" id="{12D2E0EC-526E-2925-0F35-2753573E234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88551" y="6241871"/>
            <a:ext cx="1181106" cy="416012"/>
          </a:xfrm>
          <a:prstGeom prst="rect">
            <a:avLst/>
          </a:prstGeom>
        </p:spPr>
      </p:pic>
    </p:spTree>
    <p:extLst>
      <p:ext uri="{BB962C8B-B14F-4D97-AF65-F5344CB8AC3E}">
        <p14:creationId xmlns:p14="http://schemas.microsoft.com/office/powerpoint/2010/main" val="1053578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et the Team Slide">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C2B41958-C67C-CD29-3BFD-908FC837A303}"/>
              </a:ext>
            </a:extLst>
          </p:cNvPr>
          <p:cNvSpPr>
            <a:spLocks noGrp="1" noRot="1" noMove="1" noResize="1" noEditPoints="1" noAdjustHandles="1" noChangeArrowheads="1" noChangeShapeType="1"/>
          </p:cNvSpPr>
          <p:nvPr userDrawn="1"/>
        </p:nvSpPr>
        <p:spPr>
          <a:xfrm flipV="1">
            <a:off x="0" y="-9"/>
            <a:ext cx="12191999" cy="6865417"/>
          </a:xfrm>
          <a:prstGeom prst="rect">
            <a:avLst/>
          </a:prstGeom>
          <a:gradFill flip="none" rotWithShape="1">
            <a:gsLst>
              <a:gs pos="0">
                <a:schemeClr val="accent3"/>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4" name="Rectangle 63">
            <a:extLst>
              <a:ext uri="{FF2B5EF4-FFF2-40B4-BE49-F238E27FC236}">
                <a16:creationId xmlns:a16="http://schemas.microsoft.com/office/drawing/2014/main" id="{D497ED6F-FBDF-411A-B7FA-D39ED82E0778}"/>
              </a:ext>
            </a:extLst>
          </p:cNvPr>
          <p:cNvSpPr>
            <a:spLocks/>
          </p:cNvSpPr>
          <p:nvPr userDrawn="1"/>
        </p:nvSpPr>
        <p:spPr>
          <a:xfrm flipV="1">
            <a:off x="4044462" y="566055"/>
            <a:ext cx="2363097" cy="5599500"/>
          </a:xfrm>
          <a:prstGeom prst="rect">
            <a:avLst/>
          </a:prstGeom>
          <a:solidFill>
            <a:schemeClr val="bg1"/>
          </a:solidFill>
          <a:ln>
            <a:noFill/>
          </a:ln>
          <a:effectLst>
            <a:outerShdw blurRad="177800" sx="102000" sy="102000" algn="ctr"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9" name="Text Placeholder 15">
            <a:extLst>
              <a:ext uri="{FF2B5EF4-FFF2-40B4-BE49-F238E27FC236}">
                <a16:creationId xmlns:a16="http://schemas.microsoft.com/office/drawing/2014/main" id="{09C2AEB5-D64A-4F67-BAF3-4334461F7F1C}"/>
              </a:ext>
            </a:extLst>
          </p:cNvPr>
          <p:cNvSpPr>
            <a:spLocks noGrp="1"/>
          </p:cNvSpPr>
          <p:nvPr>
            <p:ph type="body" sz="quarter" idx="22" hasCustomPrompt="1"/>
          </p:nvPr>
        </p:nvSpPr>
        <p:spPr>
          <a:xfrm>
            <a:off x="4317695" y="2808020"/>
            <a:ext cx="1816630" cy="293798"/>
          </a:xfrm>
        </p:spPr>
        <p:txBody>
          <a:bodyPr wrap="square">
            <a:spAutoFit/>
          </a:bodyPr>
          <a:lstStyle>
            <a:lvl1pPr algn="ctr">
              <a:defRPr lang="en-US" sz="1300" b="1" cap="none" baseline="0" dirty="0">
                <a:solidFill>
                  <a:schemeClr val="accent2"/>
                </a:solidFill>
                <a:latin typeface="+mj-lt"/>
                <a:cs typeface="Segoe UI Light" panose="020B0502040204020203" pitchFamily="34" charset="0"/>
              </a:defRPr>
            </a:lvl1pPr>
          </a:lstStyle>
          <a:p>
            <a:pPr lvl="0" algn="ctr" defTabSz="914400">
              <a:lnSpc>
                <a:spcPts val="1700"/>
              </a:lnSpc>
            </a:pPr>
            <a:r>
              <a:rPr lang="en-US"/>
              <a:t>Name</a:t>
            </a:r>
          </a:p>
        </p:txBody>
      </p:sp>
      <p:sp>
        <p:nvSpPr>
          <p:cNvPr id="70" name="Text Placeholder 15">
            <a:extLst>
              <a:ext uri="{FF2B5EF4-FFF2-40B4-BE49-F238E27FC236}">
                <a16:creationId xmlns:a16="http://schemas.microsoft.com/office/drawing/2014/main" id="{9C01FDBC-7A5B-4AD0-9CA2-59083C30CFCD}"/>
              </a:ext>
            </a:extLst>
          </p:cNvPr>
          <p:cNvSpPr>
            <a:spLocks noGrp="1"/>
          </p:cNvSpPr>
          <p:nvPr>
            <p:ph type="body" sz="quarter" idx="23" hasCustomPrompt="1"/>
          </p:nvPr>
        </p:nvSpPr>
        <p:spPr>
          <a:xfrm>
            <a:off x="4317695" y="3064445"/>
            <a:ext cx="1816630" cy="293798"/>
          </a:xfrm>
        </p:spPr>
        <p:txBody>
          <a:bodyPr wrap="square">
            <a:spAutoFit/>
          </a:bodyPr>
          <a:lstStyle>
            <a:lvl1pPr algn="ctr">
              <a:defRPr lang="en-US" sz="1200" b="1" i="1" dirty="0">
                <a:solidFill>
                  <a:schemeClr val="tx2"/>
                </a:solidFill>
                <a:latin typeface="+mj-lt"/>
                <a:cs typeface="Segoe UI Light" panose="020B0502040204020203" pitchFamily="34" charset="0"/>
              </a:defRPr>
            </a:lvl1pPr>
          </a:lstStyle>
          <a:p>
            <a:pPr lvl="0" algn="ctr" defTabSz="914400">
              <a:lnSpc>
                <a:spcPts val="1700"/>
              </a:lnSpc>
            </a:pPr>
            <a:r>
              <a:rPr lang="en-US"/>
              <a:t>Title</a:t>
            </a:r>
          </a:p>
        </p:txBody>
      </p:sp>
      <p:sp>
        <p:nvSpPr>
          <p:cNvPr id="37" name="Slide Number Placeholder 5">
            <a:extLst>
              <a:ext uri="{FF2B5EF4-FFF2-40B4-BE49-F238E27FC236}">
                <a16:creationId xmlns:a16="http://schemas.microsoft.com/office/drawing/2014/main" id="{285F6E78-D06D-44DA-B003-BEA67C5F2427}"/>
              </a:ext>
            </a:extLst>
          </p:cNvPr>
          <p:cNvSpPr>
            <a:spLocks noGrp="1"/>
          </p:cNvSpPr>
          <p:nvPr>
            <p:ph type="sldNum" sz="quarter" idx="13"/>
          </p:nvPr>
        </p:nvSpPr>
        <p:spPr>
          <a:xfrm>
            <a:off x="11491687" y="629275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pic>
        <p:nvPicPr>
          <p:cNvPr id="9" name="Picture 8" descr="A black background with white text&#10;&#10;AI-generated content may be incorrect.">
            <a:extLst>
              <a:ext uri="{FF2B5EF4-FFF2-40B4-BE49-F238E27FC236}">
                <a16:creationId xmlns:a16="http://schemas.microsoft.com/office/drawing/2014/main" id="{DD9C5F08-6EA1-CBFB-905F-D7CDBEE8017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96109" y="6247195"/>
            <a:ext cx="1165991" cy="410688"/>
          </a:xfrm>
          <a:prstGeom prst="rect">
            <a:avLst/>
          </a:prstGeom>
        </p:spPr>
      </p:pic>
      <p:sp>
        <p:nvSpPr>
          <p:cNvPr id="12" name="Picture Placeholder 25">
            <a:extLst>
              <a:ext uri="{FF2B5EF4-FFF2-40B4-BE49-F238E27FC236}">
                <a16:creationId xmlns:a16="http://schemas.microsoft.com/office/drawing/2014/main" id="{A56F20BC-4D83-02D5-B576-ACB123D9D57B}"/>
              </a:ext>
            </a:extLst>
          </p:cNvPr>
          <p:cNvSpPr>
            <a:spLocks noGrp="1"/>
          </p:cNvSpPr>
          <p:nvPr>
            <p:ph type="pic" sz="quarter" idx="46" hasCustomPrompt="1"/>
          </p:nvPr>
        </p:nvSpPr>
        <p:spPr>
          <a:xfrm>
            <a:off x="4302312" y="819234"/>
            <a:ext cx="1847396" cy="1845713"/>
          </a:xfrm>
          <a:prstGeom prst="ellipse">
            <a:avLst/>
          </a:prstGeom>
          <a:ln w="28575">
            <a:noFill/>
          </a:ln>
          <a:effectLst/>
        </p:spPr>
        <p:txBody>
          <a:bodyPr anchor="ctr" anchorCtr="0"/>
          <a:lstStyle>
            <a:lvl1pPr algn="ctr">
              <a:defRPr>
                <a:solidFill>
                  <a:schemeClr val="tx1"/>
                </a:solidFill>
              </a:defRPr>
            </a:lvl1pPr>
          </a:lstStyle>
          <a:p>
            <a:r>
              <a:rPr lang="en-US"/>
              <a:t>Image</a:t>
            </a:r>
          </a:p>
        </p:txBody>
      </p:sp>
      <p:sp>
        <p:nvSpPr>
          <p:cNvPr id="14" name="Text Placeholder 15">
            <a:extLst>
              <a:ext uri="{FF2B5EF4-FFF2-40B4-BE49-F238E27FC236}">
                <a16:creationId xmlns:a16="http://schemas.microsoft.com/office/drawing/2014/main" id="{94C4B4E9-EEBB-5046-7AE5-B0C426D3A31E}"/>
              </a:ext>
            </a:extLst>
          </p:cNvPr>
          <p:cNvSpPr>
            <a:spLocks noGrp="1"/>
          </p:cNvSpPr>
          <p:nvPr>
            <p:ph type="body" sz="quarter" idx="15" hasCustomPrompt="1"/>
          </p:nvPr>
        </p:nvSpPr>
        <p:spPr>
          <a:xfrm>
            <a:off x="4302312" y="3667883"/>
            <a:ext cx="1847396" cy="2208506"/>
          </a:xfrm>
        </p:spPr>
        <p:txBody>
          <a:bodyPr wrap="square">
            <a:noAutofit/>
          </a:bodyPr>
          <a:lstStyle>
            <a:lvl1pPr algn="ctr">
              <a:lnSpc>
                <a:spcPts val="1800"/>
              </a:lnSpc>
              <a:spcBef>
                <a:spcPts val="0"/>
              </a:spcBef>
              <a:defRPr lang="en-US" sz="1200" dirty="0">
                <a:solidFill>
                  <a:schemeClr val="tx1"/>
                </a:solidFill>
                <a:latin typeface="+mn-lt"/>
                <a:cs typeface="Segoe UI Light" panose="020B0502040204020203" pitchFamily="34" charset="0"/>
              </a:defRPr>
            </a:lvl1pPr>
          </a:lstStyle>
          <a:p>
            <a:pPr lvl="0" defTabSz="914400">
              <a:lnSpc>
                <a:spcPts val="1700"/>
              </a:lnSpc>
            </a:pPr>
            <a:r>
              <a:rPr lang="en-US"/>
              <a:t>Short bio of team member goes here</a:t>
            </a:r>
          </a:p>
        </p:txBody>
      </p:sp>
      <p:sp>
        <p:nvSpPr>
          <p:cNvPr id="15" name="Oval 14">
            <a:extLst>
              <a:ext uri="{FF2B5EF4-FFF2-40B4-BE49-F238E27FC236}">
                <a16:creationId xmlns:a16="http://schemas.microsoft.com/office/drawing/2014/main" id="{5CE5E232-12E7-5F6C-13C8-A4F3F3E2949D}"/>
              </a:ext>
            </a:extLst>
          </p:cNvPr>
          <p:cNvSpPr/>
          <p:nvPr userDrawn="1"/>
        </p:nvSpPr>
        <p:spPr>
          <a:xfrm>
            <a:off x="5009750" y="5915264"/>
            <a:ext cx="432519" cy="432519"/>
          </a:xfrm>
          <a:prstGeom prst="ellipse">
            <a:avLst/>
          </a:prstGeom>
          <a:solidFill>
            <a:srgbClr val="003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cxnSp>
        <p:nvCxnSpPr>
          <p:cNvPr id="18" name="Straight Connector 17">
            <a:extLst>
              <a:ext uri="{FF2B5EF4-FFF2-40B4-BE49-F238E27FC236}">
                <a16:creationId xmlns:a16="http://schemas.microsoft.com/office/drawing/2014/main" id="{A45178AB-3D25-1A38-0289-DBEA3C76B426}"/>
              </a:ext>
            </a:extLst>
          </p:cNvPr>
          <p:cNvCxnSpPr>
            <a:cxnSpLocks/>
          </p:cNvCxnSpPr>
          <p:nvPr userDrawn="1"/>
        </p:nvCxnSpPr>
        <p:spPr>
          <a:xfrm>
            <a:off x="4926569" y="3554117"/>
            <a:ext cx="598882" cy="0"/>
          </a:xfrm>
          <a:prstGeom prst="line">
            <a:avLst/>
          </a:prstGeom>
          <a:ln w="31750"/>
        </p:spPr>
        <p:style>
          <a:lnRef idx="3">
            <a:schemeClr val="dk1"/>
          </a:lnRef>
          <a:fillRef idx="0">
            <a:schemeClr val="dk1"/>
          </a:fillRef>
          <a:effectRef idx="2">
            <a:schemeClr val="dk1"/>
          </a:effectRef>
          <a:fontRef idx="minor">
            <a:schemeClr val="tx1"/>
          </a:fontRef>
        </p:style>
      </p:cxnSp>
      <p:sp>
        <p:nvSpPr>
          <p:cNvPr id="25" name="Rectangle 24">
            <a:extLst>
              <a:ext uri="{FF2B5EF4-FFF2-40B4-BE49-F238E27FC236}">
                <a16:creationId xmlns:a16="http://schemas.microsoft.com/office/drawing/2014/main" id="{17EA3CBD-B251-8C67-0E11-CC2B8AA38F76}"/>
              </a:ext>
            </a:extLst>
          </p:cNvPr>
          <p:cNvSpPr>
            <a:spLocks/>
          </p:cNvSpPr>
          <p:nvPr userDrawn="1"/>
        </p:nvSpPr>
        <p:spPr>
          <a:xfrm flipV="1">
            <a:off x="6680792" y="566055"/>
            <a:ext cx="2363097" cy="5599500"/>
          </a:xfrm>
          <a:prstGeom prst="rect">
            <a:avLst/>
          </a:prstGeom>
          <a:solidFill>
            <a:schemeClr val="bg1"/>
          </a:solidFill>
          <a:ln>
            <a:noFill/>
          </a:ln>
          <a:effectLst>
            <a:outerShdw blurRad="177800" sx="102000" sy="102000" algn="ctr"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Text Placeholder 15">
            <a:extLst>
              <a:ext uri="{FF2B5EF4-FFF2-40B4-BE49-F238E27FC236}">
                <a16:creationId xmlns:a16="http://schemas.microsoft.com/office/drawing/2014/main" id="{7816C2A4-7030-9985-4F6C-079426E8C4AC}"/>
              </a:ext>
            </a:extLst>
          </p:cNvPr>
          <p:cNvSpPr>
            <a:spLocks noGrp="1"/>
          </p:cNvSpPr>
          <p:nvPr>
            <p:ph type="body" sz="quarter" idx="47" hasCustomPrompt="1"/>
          </p:nvPr>
        </p:nvSpPr>
        <p:spPr>
          <a:xfrm>
            <a:off x="6954025" y="2808020"/>
            <a:ext cx="1816630" cy="293798"/>
          </a:xfrm>
        </p:spPr>
        <p:txBody>
          <a:bodyPr wrap="square">
            <a:spAutoFit/>
          </a:bodyPr>
          <a:lstStyle>
            <a:lvl1pPr algn="ctr">
              <a:defRPr lang="en-US" sz="1300" b="1" cap="none" baseline="0" dirty="0">
                <a:solidFill>
                  <a:schemeClr val="accent2"/>
                </a:solidFill>
                <a:latin typeface="+mj-lt"/>
                <a:cs typeface="Segoe UI Light" panose="020B0502040204020203" pitchFamily="34" charset="0"/>
              </a:defRPr>
            </a:lvl1pPr>
          </a:lstStyle>
          <a:p>
            <a:pPr lvl="0" algn="ctr" defTabSz="914400">
              <a:lnSpc>
                <a:spcPts val="1700"/>
              </a:lnSpc>
            </a:pPr>
            <a:r>
              <a:rPr lang="en-US"/>
              <a:t>Name</a:t>
            </a:r>
          </a:p>
        </p:txBody>
      </p:sp>
      <p:sp>
        <p:nvSpPr>
          <p:cNvPr id="27" name="Text Placeholder 15">
            <a:extLst>
              <a:ext uri="{FF2B5EF4-FFF2-40B4-BE49-F238E27FC236}">
                <a16:creationId xmlns:a16="http://schemas.microsoft.com/office/drawing/2014/main" id="{B703D802-BF8D-1CD3-AB91-0A92CFC3839D}"/>
              </a:ext>
            </a:extLst>
          </p:cNvPr>
          <p:cNvSpPr>
            <a:spLocks noGrp="1"/>
          </p:cNvSpPr>
          <p:nvPr>
            <p:ph type="body" sz="quarter" idx="48" hasCustomPrompt="1"/>
          </p:nvPr>
        </p:nvSpPr>
        <p:spPr>
          <a:xfrm>
            <a:off x="6954025" y="3064445"/>
            <a:ext cx="1816630" cy="293798"/>
          </a:xfrm>
        </p:spPr>
        <p:txBody>
          <a:bodyPr wrap="square">
            <a:spAutoFit/>
          </a:bodyPr>
          <a:lstStyle>
            <a:lvl1pPr algn="ctr">
              <a:defRPr lang="en-US" sz="1200" b="1" i="1" dirty="0">
                <a:solidFill>
                  <a:schemeClr val="tx2"/>
                </a:solidFill>
                <a:latin typeface="+mj-lt"/>
                <a:cs typeface="Segoe UI Light" panose="020B0502040204020203" pitchFamily="34" charset="0"/>
              </a:defRPr>
            </a:lvl1pPr>
          </a:lstStyle>
          <a:p>
            <a:pPr lvl="0" algn="ctr" defTabSz="914400">
              <a:lnSpc>
                <a:spcPts val="1700"/>
              </a:lnSpc>
            </a:pPr>
            <a:r>
              <a:rPr lang="en-US"/>
              <a:t>Title</a:t>
            </a:r>
          </a:p>
        </p:txBody>
      </p:sp>
      <p:sp>
        <p:nvSpPr>
          <p:cNvPr id="28" name="Picture Placeholder 25">
            <a:extLst>
              <a:ext uri="{FF2B5EF4-FFF2-40B4-BE49-F238E27FC236}">
                <a16:creationId xmlns:a16="http://schemas.microsoft.com/office/drawing/2014/main" id="{77CB86FD-7133-81BB-EAF6-803CA43D3B03}"/>
              </a:ext>
            </a:extLst>
          </p:cNvPr>
          <p:cNvSpPr>
            <a:spLocks noGrp="1"/>
          </p:cNvSpPr>
          <p:nvPr>
            <p:ph type="pic" sz="quarter" idx="49" hasCustomPrompt="1"/>
          </p:nvPr>
        </p:nvSpPr>
        <p:spPr>
          <a:xfrm>
            <a:off x="6938642" y="819234"/>
            <a:ext cx="1847396" cy="1845713"/>
          </a:xfrm>
          <a:prstGeom prst="ellipse">
            <a:avLst/>
          </a:prstGeom>
          <a:ln w="28575">
            <a:noFill/>
          </a:ln>
          <a:effectLst/>
        </p:spPr>
        <p:txBody>
          <a:bodyPr anchor="ctr" anchorCtr="0"/>
          <a:lstStyle>
            <a:lvl1pPr algn="ctr">
              <a:defRPr>
                <a:solidFill>
                  <a:schemeClr val="tx1"/>
                </a:solidFill>
              </a:defRPr>
            </a:lvl1pPr>
          </a:lstStyle>
          <a:p>
            <a:r>
              <a:rPr lang="en-US"/>
              <a:t>Image</a:t>
            </a:r>
          </a:p>
        </p:txBody>
      </p:sp>
      <p:sp>
        <p:nvSpPr>
          <p:cNvPr id="29" name="Text Placeholder 15">
            <a:extLst>
              <a:ext uri="{FF2B5EF4-FFF2-40B4-BE49-F238E27FC236}">
                <a16:creationId xmlns:a16="http://schemas.microsoft.com/office/drawing/2014/main" id="{B488DA3E-3E44-793C-6B0B-2988B2BEDC6A}"/>
              </a:ext>
            </a:extLst>
          </p:cNvPr>
          <p:cNvSpPr>
            <a:spLocks noGrp="1"/>
          </p:cNvSpPr>
          <p:nvPr>
            <p:ph type="body" sz="quarter" idx="50" hasCustomPrompt="1"/>
          </p:nvPr>
        </p:nvSpPr>
        <p:spPr>
          <a:xfrm>
            <a:off x="6938642" y="3667883"/>
            <a:ext cx="1847396" cy="2208506"/>
          </a:xfrm>
        </p:spPr>
        <p:txBody>
          <a:bodyPr wrap="square">
            <a:noAutofit/>
          </a:bodyPr>
          <a:lstStyle>
            <a:lvl1pPr algn="ctr">
              <a:lnSpc>
                <a:spcPts val="1800"/>
              </a:lnSpc>
              <a:spcBef>
                <a:spcPts val="0"/>
              </a:spcBef>
              <a:defRPr lang="en-US" sz="1200" dirty="0">
                <a:solidFill>
                  <a:schemeClr val="tx1"/>
                </a:solidFill>
                <a:latin typeface="+mn-lt"/>
                <a:cs typeface="Segoe UI Light" panose="020B0502040204020203" pitchFamily="34" charset="0"/>
              </a:defRPr>
            </a:lvl1pPr>
          </a:lstStyle>
          <a:p>
            <a:pPr lvl="0" defTabSz="914400">
              <a:lnSpc>
                <a:spcPts val="1700"/>
              </a:lnSpc>
            </a:pPr>
            <a:r>
              <a:rPr lang="en-US"/>
              <a:t>Short bio of team member goes here</a:t>
            </a:r>
          </a:p>
        </p:txBody>
      </p:sp>
      <p:sp>
        <p:nvSpPr>
          <p:cNvPr id="30" name="Oval 29">
            <a:extLst>
              <a:ext uri="{FF2B5EF4-FFF2-40B4-BE49-F238E27FC236}">
                <a16:creationId xmlns:a16="http://schemas.microsoft.com/office/drawing/2014/main" id="{D9CC58DF-F5C3-90E7-68FF-28A4019A9BEB}"/>
              </a:ext>
            </a:extLst>
          </p:cNvPr>
          <p:cNvSpPr/>
          <p:nvPr userDrawn="1"/>
        </p:nvSpPr>
        <p:spPr>
          <a:xfrm>
            <a:off x="7646080" y="5915264"/>
            <a:ext cx="432519" cy="432519"/>
          </a:xfrm>
          <a:prstGeom prst="ellipse">
            <a:avLst/>
          </a:prstGeom>
          <a:solidFill>
            <a:srgbClr val="003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cxnSp>
        <p:nvCxnSpPr>
          <p:cNvPr id="31" name="Straight Connector 30">
            <a:extLst>
              <a:ext uri="{FF2B5EF4-FFF2-40B4-BE49-F238E27FC236}">
                <a16:creationId xmlns:a16="http://schemas.microsoft.com/office/drawing/2014/main" id="{134EC783-9D42-64D1-332A-4D7B9186C823}"/>
              </a:ext>
            </a:extLst>
          </p:cNvPr>
          <p:cNvCxnSpPr>
            <a:cxnSpLocks/>
          </p:cNvCxnSpPr>
          <p:nvPr userDrawn="1"/>
        </p:nvCxnSpPr>
        <p:spPr>
          <a:xfrm>
            <a:off x="7562899" y="3554117"/>
            <a:ext cx="598882" cy="0"/>
          </a:xfrm>
          <a:prstGeom prst="line">
            <a:avLst/>
          </a:prstGeom>
          <a:ln w="31750"/>
        </p:spPr>
        <p:style>
          <a:lnRef idx="3">
            <a:schemeClr val="dk1"/>
          </a:lnRef>
          <a:fillRef idx="0">
            <a:schemeClr val="dk1"/>
          </a:fillRef>
          <a:effectRef idx="2">
            <a:schemeClr val="dk1"/>
          </a:effectRef>
          <a:fontRef idx="minor">
            <a:schemeClr val="tx1"/>
          </a:fontRef>
        </p:style>
      </p:cxnSp>
      <p:sp>
        <p:nvSpPr>
          <p:cNvPr id="32" name="Rectangle 31">
            <a:extLst>
              <a:ext uri="{FF2B5EF4-FFF2-40B4-BE49-F238E27FC236}">
                <a16:creationId xmlns:a16="http://schemas.microsoft.com/office/drawing/2014/main" id="{7204FA55-C3BD-EA4B-3D76-D0BBA04E4915}"/>
              </a:ext>
            </a:extLst>
          </p:cNvPr>
          <p:cNvSpPr>
            <a:spLocks/>
          </p:cNvSpPr>
          <p:nvPr userDrawn="1"/>
        </p:nvSpPr>
        <p:spPr>
          <a:xfrm flipV="1">
            <a:off x="9297780" y="566057"/>
            <a:ext cx="2363097" cy="5599500"/>
          </a:xfrm>
          <a:prstGeom prst="rect">
            <a:avLst/>
          </a:prstGeom>
          <a:solidFill>
            <a:schemeClr val="bg1"/>
          </a:solidFill>
          <a:ln>
            <a:noFill/>
          </a:ln>
          <a:effectLst>
            <a:outerShdw blurRad="177800" sx="102000" sy="102000" algn="ctr"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Text Placeholder 15">
            <a:extLst>
              <a:ext uri="{FF2B5EF4-FFF2-40B4-BE49-F238E27FC236}">
                <a16:creationId xmlns:a16="http://schemas.microsoft.com/office/drawing/2014/main" id="{B9793A54-EC57-0A00-57BD-73FA20A00F0E}"/>
              </a:ext>
            </a:extLst>
          </p:cNvPr>
          <p:cNvSpPr>
            <a:spLocks noGrp="1"/>
          </p:cNvSpPr>
          <p:nvPr>
            <p:ph type="body" sz="quarter" idx="51" hasCustomPrompt="1"/>
          </p:nvPr>
        </p:nvSpPr>
        <p:spPr>
          <a:xfrm>
            <a:off x="9571013" y="2808022"/>
            <a:ext cx="1816630" cy="293798"/>
          </a:xfrm>
        </p:spPr>
        <p:txBody>
          <a:bodyPr wrap="square">
            <a:spAutoFit/>
          </a:bodyPr>
          <a:lstStyle>
            <a:lvl1pPr algn="ctr">
              <a:defRPr lang="en-US" sz="1300" b="1" cap="none" baseline="0" dirty="0">
                <a:solidFill>
                  <a:schemeClr val="accent2"/>
                </a:solidFill>
                <a:latin typeface="+mj-lt"/>
                <a:cs typeface="Segoe UI Light" panose="020B0502040204020203" pitchFamily="34" charset="0"/>
              </a:defRPr>
            </a:lvl1pPr>
          </a:lstStyle>
          <a:p>
            <a:pPr lvl="0" algn="ctr" defTabSz="914400">
              <a:lnSpc>
                <a:spcPts val="1700"/>
              </a:lnSpc>
            </a:pPr>
            <a:r>
              <a:rPr lang="en-US"/>
              <a:t>Name</a:t>
            </a:r>
          </a:p>
        </p:txBody>
      </p:sp>
      <p:sp>
        <p:nvSpPr>
          <p:cNvPr id="34" name="Text Placeholder 15">
            <a:extLst>
              <a:ext uri="{FF2B5EF4-FFF2-40B4-BE49-F238E27FC236}">
                <a16:creationId xmlns:a16="http://schemas.microsoft.com/office/drawing/2014/main" id="{4FFF11D3-BD2A-BA19-A5B8-B37708631798}"/>
              </a:ext>
            </a:extLst>
          </p:cNvPr>
          <p:cNvSpPr>
            <a:spLocks noGrp="1"/>
          </p:cNvSpPr>
          <p:nvPr>
            <p:ph type="body" sz="quarter" idx="52" hasCustomPrompt="1"/>
          </p:nvPr>
        </p:nvSpPr>
        <p:spPr>
          <a:xfrm>
            <a:off x="9571013" y="3064447"/>
            <a:ext cx="1816630" cy="293798"/>
          </a:xfrm>
        </p:spPr>
        <p:txBody>
          <a:bodyPr wrap="square">
            <a:spAutoFit/>
          </a:bodyPr>
          <a:lstStyle>
            <a:lvl1pPr algn="ctr">
              <a:defRPr lang="en-US" sz="1200" b="1" i="1" dirty="0">
                <a:solidFill>
                  <a:schemeClr val="tx2"/>
                </a:solidFill>
                <a:latin typeface="+mj-lt"/>
                <a:cs typeface="Segoe UI Light" panose="020B0502040204020203" pitchFamily="34" charset="0"/>
              </a:defRPr>
            </a:lvl1pPr>
          </a:lstStyle>
          <a:p>
            <a:pPr lvl="0" algn="ctr" defTabSz="914400">
              <a:lnSpc>
                <a:spcPts val="1700"/>
              </a:lnSpc>
            </a:pPr>
            <a:r>
              <a:rPr lang="en-US"/>
              <a:t>Title</a:t>
            </a:r>
          </a:p>
        </p:txBody>
      </p:sp>
      <p:sp>
        <p:nvSpPr>
          <p:cNvPr id="41" name="Picture Placeholder 25">
            <a:extLst>
              <a:ext uri="{FF2B5EF4-FFF2-40B4-BE49-F238E27FC236}">
                <a16:creationId xmlns:a16="http://schemas.microsoft.com/office/drawing/2014/main" id="{684CAAC3-EA0E-6AC5-EAD4-181A48E9100D}"/>
              </a:ext>
            </a:extLst>
          </p:cNvPr>
          <p:cNvSpPr>
            <a:spLocks noGrp="1"/>
          </p:cNvSpPr>
          <p:nvPr>
            <p:ph type="pic" sz="quarter" idx="53" hasCustomPrompt="1"/>
          </p:nvPr>
        </p:nvSpPr>
        <p:spPr>
          <a:xfrm>
            <a:off x="9555630" y="819236"/>
            <a:ext cx="1847396" cy="1845713"/>
          </a:xfrm>
          <a:prstGeom prst="ellipse">
            <a:avLst/>
          </a:prstGeom>
          <a:ln w="28575">
            <a:noFill/>
          </a:ln>
          <a:effectLst/>
        </p:spPr>
        <p:txBody>
          <a:bodyPr anchor="ctr" anchorCtr="0"/>
          <a:lstStyle>
            <a:lvl1pPr algn="ctr">
              <a:defRPr>
                <a:solidFill>
                  <a:schemeClr val="tx1"/>
                </a:solidFill>
              </a:defRPr>
            </a:lvl1pPr>
          </a:lstStyle>
          <a:p>
            <a:r>
              <a:rPr lang="en-US"/>
              <a:t>Image</a:t>
            </a:r>
          </a:p>
        </p:txBody>
      </p:sp>
      <p:sp>
        <p:nvSpPr>
          <p:cNvPr id="42" name="Text Placeholder 15">
            <a:extLst>
              <a:ext uri="{FF2B5EF4-FFF2-40B4-BE49-F238E27FC236}">
                <a16:creationId xmlns:a16="http://schemas.microsoft.com/office/drawing/2014/main" id="{FC159E57-5E91-005D-CD5B-D78953A8DA7A}"/>
              </a:ext>
            </a:extLst>
          </p:cNvPr>
          <p:cNvSpPr>
            <a:spLocks noGrp="1"/>
          </p:cNvSpPr>
          <p:nvPr>
            <p:ph type="body" sz="quarter" idx="54" hasCustomPrompt="1"/>
          </p:nvPr>
        </p:nvSpPr>
        <p:spPr>
          <a:xfrm>
            <a:off x="9555630" y="3667885"/>
            <a:ext cx="1847396" cy="2208506"/>
          </a:xfrm>
        </p:spPr>
        <p:txBody>
          <a:bodyPr wrap="square">
            <a:noAutofit/>
          </a:bodyPr>
          <a:lstStyle>
            <a:lvl1pPr algn="ctr">
              <a:lnSpc>
                <a:spcPts val="1800"/>
              </a:lnSpc>
              <a:spcBef>
                <a:spcPts val="0"/>
              </a:spcBef>
              <a:defRPr lang="en-US" sz="1200" dirty="0">
                <a:solidFill>
                  <a:schemeClr val="tx1"/>
                </a:solidFill>
                <a:latin typeface="+mn-lt"/>
                <a:cs typeface="Segoe UI Light" panose="020B0502040204020203" pitchFamily="34" charset="0"/>
              </a:defRPr>
            </a:lvl1pPr>
          </a:lstStyle>
          <a:p>
            <a:pPr lvl="0" defTabSz="914400">
              <a:lnSpc>
                <a:spcPts val="1700"/>
              </a:lnSpc>
            </a:pPr>
            <a:r>
              <a:rPr lang="en-US"/>
              <a:t>Short bio of team member goes here</a:t>
            </a:r>
          </a:p>
        </p:txBody>
      </p:sp>
      <p:sp>
        <p:nvSpPr>
          <p:cNvPr id="43" name="Oval 42">
            <a:extLst>
              <a:ext uri="{FF2B5EF4-FFF2-40B4-BE49-F238E27FC236}">
                <a16:creationId xmlns:a16="http://schemas.microsoft.com/office/drawing/2014/main" id="{56F9CC03-58BD-07D0-B8FD-7BA48D91645E}"/>
              </a:ext>
            </a:extLst>
          </p:cNvPr>
          <p:cNvSpPr/>
          <p:nvPr userDrawn="1"/>
        </p:nvSpPr>
        <p:spPr>
          <a:xfrm>
            <a:off x="10263068" y="5915266"/>
            <a:ext cx="432519" cy="432519"/>
          </a:xfrm>
          <a:prstGeom prst="ellipse">
            <a:avLst/>
          </a:prstGeom>
          <a:solidFill>
            <a:srgbClr val="003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cxnSp>
        <p:nvCxnSpPr>
          <p:cNvPr id="44" name="Straight Connector 43">
            <a:extLst>
              <a:ext uri="{FF2B5EF4-FFF2-40B4-BE49-F238E27FC236}">
                <a16:creationId xmlns:a16="http://schemas.microsoft.com/office/drawing/2014/main" id="{7E40D9EC-157F-7892-376E-68A4544C1846}"/>
              </a:ext>
            </a:extLst>
          </p:cNvPr>
          <p:cNvCxnSpPr>
            <a:cxnSpLocks/>
          </p:cNvCxnSpPr>
          <p:nvPr userDrawn="1"/>
        </p:nvCxnSpPr>
        <p:spPr>
          <a:xfrm>
            <a:off x="10179887" y="3554119"/>
            <a:ext cx="598882" cy="0"/>
          </a:xfrm>
          <a:prstGeom prst="line">
            <a:avLst/>
          </a:prstGeom>
          <a:ln w="31750"/>
        </p:spPr>
        <p:style>
          <a:lnRef idx="3">
            <a:schemeClr val="dk1"/>
          </a:lnRef>
          <a:fillRef idx="0">
            <a:schemeClr val="dk1"/>
          </a:fillRef>
          <a:effectRef idx="2">
            <a:schemeClr val="dk1"/>
          </a:effectRef>
          <a:fontRef idx="minor">
            <a:schemeClr val="tx1"/>
          </a:fontRef>
        </p:style>
      </p:cxnSp>
      <p:sp>
        <p:nvSpPr>
          <p:cNvPr id="10" name="Text Placeholder 9">
            <a:extLst>
              <a:ext uri="{FF2B5EF4-FFF2-40B4-BE49-F238E27FC236}">
                <a16:creationId xmlns:a16="http://schemas.microsoft.com/office/drawing/2014/main" id="{9B15758A-0DED-2170-9D06-8F7ECA58B063}"/>
              </a:ext>
            </a:extLst>
          </p:cNvPr>
          <p:cNvSpPr>
            <a:spLocks noGrp="1"/>
          </p:cNvSpPr>
          <p:nvPr>
            <p:ph type="body" sz="quarter" idx="56"/>
          </p:nvPr>
        </p:nvSpPr>
        <p:spPr>
          <a:xfrm>
            <a:off x="547688" y="2481942"/>
            <a:ext cx="2984994" cy="3394447"/>
          </a:xfrm>
        </p:spPr>
        <p:txBody>
          <a:bodyPr>
            <a:normAutofit/>
          </a:bodyPr>
          <a:lstStyle>
            <a:lvl1pPr>
              <a:defRPr sz="2000">
                <a:solidFill>
                  <a:schemeClr val="bg1"/>
                </a:solidFill>
              </a:defRPr>
            </a:lvl1pPr>
          </a:lstStyle>
          <a:p>
            <a:pPr lvl="0"/>
            <a:r>
              <a:rPr lang="en-US"/>
              <a:t>Click to edit Master text styles</a:t>
            </a:r>
          </a:p>
        </p:txBody>
      </p:sp>
      <p:sp>
        <p:nvSpPr>
          <p:cNvPr id="21" name="Rectangle 20">
            <a:extLst>
              <a:ext uri="{FF2B5EF4-FFF2-40B4-BE49-F238E27FC236}">
                <a16:creationId xmlns:a16="http://schemas.microsoft.com/office/drawing/2014/main" id="{9990E0DD-2DA4-B74D-840D-5CD671112F9A}"/>
              </a:ext>
            </a:extLst>
          </p:cNvPr>
          <p:cNvSpPr/>
          <p:nvPr userDrawn="1"/>
        </p:nvSpPr>
        <p:spPr>
          <a:xfrm>
            <a:off x="629097" y="902082"/>
            <a:ext cx="840477" cy="79526"/>
          </a:xfrm>
          <a:prstGeom prst="rect">
            <a:avLst/>
          </a:prstGeom>
          <a:solidFill>
            <a:srgbClr val="003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itle 12">
            <a:extLst>
              <a:ext uri="{FF2B5EF4-FFF2-40B4-BE49-F238E27FC236}">
                <a16:creationId xmlns:a16="http://schemas.microsoft.com/office/drawing/2014/main" id="{0BD02125-49DE-69FA-3B01-66E5080699CE}"/>
              </a:ext>
            </a:extLst>
          </p:cNvPr>
          <p:cNvSpPr>
            <a:spLocks noGrp="1"/>
          </p:cNvSpPr>
          <p:nvPr>
            <p:ph type="title" hasCustomPrompt="1"/>
          </p:nvPr>
        </p:nvSpPr>
        <p:spPr>
          <a:xfrm>
            <a:off x="562431" y="1221739"/>
            <a:ext cx="2984994" cy="553998"/>
          </a:xfrm>
        </p:spPr>
        <p:txBody>
          <a:bodyPr wrap="square" anchor="t" anchorCtr="0">
            <a:spAutoFit/>
          </a:bodyPr>
          <a:lstStyle>
            <a:lvl1pPr>
              <a:lnSpc>
                <a:spcPts val="3600"/>
              </a:lnSpc>
              <a:spcBef>
                <a:spcPts val="0"/>
              </a:spcBef>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Tree>
    <p:extLst>
      <p:ext uri="{BB962C8B-B14F-4D97-AF65-F5344CB8AC3E}">
        <p14:creationId xmlns:p14="http://schemas.microsoft.com/office/powerpoint/2010/main" val="31643489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llet Point - 3 Point">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5592CFE2-5DAF-41D2-9E3F-1452A83FEE2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191999" cy="3303516"/>
          </a:xfrm>
          <a:prstGeom prst="rect">
            <a:avLst/>
          </a:prstGeom>
          <a:effectLst/>
        </p:spPr>
      </p:pic>
      <p:sp>
        <p:nvSpPr>
          <p:cNvPr id="24" name="Rectangle 23">
            <a:extLst>
              <a:ext uri="{FF2B5EF4-FFF2-40B4-BE49-F238E27FC236}">
                <a16:creationId xmlns:a16="http://schemas.microsoft.com/office/drawing/2014/main" id="{CF59F10D-2B5F-47DF-B318-1FA105FD91FA}"/>
              </a:ext>
            </a:extLst>
          </p:cNvPr>
          <p:cNvSpPr/>
          <p:nvPr userDrawn="1"/>
        </p:nvSpPr>
        <p:spPr>
          <a:xfrm rot="10800000" flipV="1">
            <a:off x="1" y="-2"/>
            <a:ext cx="12209624" cy="3303516"/>
          </a:xfrm>
          <a:prstGeom prst="rect">
            <a:avLst/>
          </a:prstGeom>
          <a:gradFill flip="none" rotWithShape="1">
            <a:gsLst>
              <a:gs pos="19000">
                <a:schemeClr val="accent1">
                  <a:lumMod val="100000"/>
                  <a:alpha val="92000"/>
                </a:schemeClr>
              </a:gs>
              <a:gs pos="100000">
                <a:schemeClr val="accent2">
                  <a:alpha val="9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0" name="Text Placeholder 15">
            <a:extLst>
              <a:ext uri="{FF2B5EF4-FFF2-40B4-BE49-F238E27FC236}">
                <a16:creationId xmlns:a16="http://schemas.microsoft.com/office/drawing/2014/main" id="{AB2D4312-727F-4A8A-BE6A-A6F847AA51B9}"/>
              </a:ext>
            </a:extLst>
          </p:cNvPr>
          <p:cNvSpPr>
            <a:spLocks noGrp="1"/>
          </p:cNvSpPr>
          <p:nvPr>
            <p:ph type="body" sz="quarter" idx="31" hasCustomPrompt="1"/>
          </p:nvPr>
        </p:nvSpPr>
        <p:spPr>
          <a:xfrm>
            <a:off x="1251856" y="4635014"/>
            <a:ext cx="2543561"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accent1"/>
                </a:solidFill>
                <a:latin typeface="+mj-lt"/>
                <a:ea typeface="+mn-ea"/>
                <a:cs typeface="Segoe UI Light" panose="020B0502040204020203" pitchFamily="34" charset="0"/>
              </a:defRPr>
            </a:lvl1pPr>
          </a:lstStyle>
          <a:p>
            <a:pPr lvl="0" defTabSz="914400">
              <a:lnSpc>
                <a:spcPts val="2100"/>
              </a:lnSpc>
            </a:pPr>
            <a:r>
              <a:rPr lang="en-US"/>
              <a:t>Topic 1</a:t>
            </a:r>
          </a:p>
        </p:txBody>
      </p:sp>
      <p:sp>
        <p:nvSpPr>
          <p:cNvPr id="31" name="Text Placeholder 15">
            <a:extLst>
              <a:ext uri="{FF2B5EF4-FFF2-40B4-BE49-F238E27FC236}">
                <a16:creationId xmlns:a16="http://schemas.microsoft.com/office/drawing/2014/main" id="{50E9E2C9-03D4-4CC4-97E8-DD8DC8C97840}"/>
              </a:ext>
            </a:extLst>
          </p:cNvPr>
          <p:cNvSpPr>
            <a:spLocks noGrp="1"/>
          </p:cNvSpPr>
          <p:nvPr>
            <p:ph type="body" sz="quarter" idx="15"/>
          </p:nvPr>
        </p:nvSpPr>
        <p:spPr>
          <a:xfrm>
            <a:off x="1251855" y="4960442"/>
            <a:ext cx="2543562" cy="983157"/>
          </a:xfrm>
        </p:spPr>
        <p:txBody>
          <a:bodyPr wrap="square">
            <a:noAutofit/>
          </a:bodyPr>
          <a:lstStyle>
            <a:lvl1pPr algn="ctr">
              <a:lnSpc>
                <a:spcPts val="1800"/>
              </a:lnSpc>
              <a:spcBef>
                <a:spcPts val="0"/>
              </a:spcBef>
              <a:defRPr lang="en-US" sz="13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4" name="Text Placeholder 15">
            <a:extLst>
              <a:ext uri="{FF2B5EF4-FFF2-40B4-BE49-F238E27FC236}">
                <a16:creationId xmlns:a16="http://schemas.microsoft.com/office/drawing/2014/main" id="{687FA82C-64C1-498C-8FDE-285C4984B892}"/>
              </a:ext>
            </a:extLst>
          </p:cNvPr>
          <p:cNvSpPr>
            <a:spLocks noGrp="1"/>
          </p:cNvSpPr>
          <p:nvPr>
            <p:ph type="body" sz="quarter" idx="49" hasCustomPrompt="1"/>
          </p:nvPr>
        </p:nvSpPr>
        <p:spPr>
          <a:xfrm>
            <a:off x="4824220" y="4635014"/>
            <a:ext cx="2543561"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accent1"/>
                </a:solidFill>
                <a:latin typeface="+mj-lt"/>
                <a:ea typeface="+mn-ea"/>
                <a:cs typeface="Segoe UI Light" panose="020B0502040204020203" pitchFamily="34" charset="0"/>
              </a:defRPr>
            </a:lvl1pPr>
          </a:lstStyle>
          <a:p>
            <a:pPr lvl="0" defTabSz="914400">
              <a:lnSpc>
                <a:spcPts val="2100"/>
              </a:lnSpc>
            </a:pPr>
            <a:r>
              <a:rPr lang="en-US"/>
              <a:t>Topic 2</a:t>
            </a:r>
          </a:p>
        </p:txBody>
      </p:sp>
      <p:sp>
        <p:nvSpPr>
          <p:cNvPr id="35" name="Text Placeholder 15">
            <a:extLst>
              <a:ext uri="{FF2B5EF4-FFF2-40B4-BE49-F238E27FC236}">
                <a16:creationId xmlns:a16="http://schemas.microsoft.com/office/drawing/2014/main" id="{169882EE-C047-472C-B771-35B0566345B6}"/>
              </a:ext>
            </a:extLst>
          </p:cNvPr>
          <p:cNvSpPr>
            <a:spLocks noGrp="1"/>
          </p:cNvSpPr>
          <p:nvPr>
            <p:ph type="body" sz="quarter" idx="50"/>
          </p:nvPr>
        </p:nvSpPr>
        <p:spPr>
          <a:xfrm>
            <a:off x="4829883" y="4960442"/>
            <a:ext cx="2532234" cy="983157"/>
          </a:xfrm>
        </p:spPr>
        <p:txBody>
          <a:bodyPr wrap="square">
            <a:noAutofit/>
          </a:bodyPr>
          <a:lstStyle>
            <a:lvl1pPr algn="ctr">
              <a:lnSpc>
                <a:spcPts val="1800"/>
              </a:lnSpc>
              <a:spcBef>
                <a:spcPts val="0"/>
              </a:spcBef>
              <a:defRPr lang="en-US" sz="13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8" name="Text Placeholder 15">
            <a:extLst>
              <a:ext uri="{FF2B5EF4-FFF2-40B4-BE49-F238E27FC236}">
                <a16:creationId xmlns:a16="http://schemas.microsoft.com/office/drawing/2014/main" id="{758D6D3C-8FD5-4586-881F-C16636161E24}"/>
              </a:ext>
            </a:extLst>
          </p:cNvPr>
          <p:cNvSpPr>
            <a:spLocks noGrp="1"/>
          </p:cNvSpPr>
          <p:nvPr>
            <p:ph type="body" sz="quarter" idx="51" hasCustomPrompt="1"/>
          </p:nvPr>
        </p:nvSpPr>
        <p:spPr>
          <a:xfrm>
            <a:off x="8497661" y="4635014"/>
            <a:ext cx="2543561"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accent1"/>
                </a:solidFill>
                <a:latin typeface="+mj-lt"/>
                <a:ea typeface="+mn-ea"/>
                <a:cs typeface="Segoe UI Light" panose="020B0502040204020203" pitchFamily="34" charset="0"/>
              </a:defRPr>
            </a:lvl1pPr>
          </a:lstStyle>
          <a:p>
            <a:pPr lvl="0" defTabSz="914400">
              <a:lnSpc>
                <a:spcPts val="2100"/>
              </a:lnSpc>
            </a:pPr>
            <a:r>
              <a:rPr lang="en-US"/>
              <a:t>Topic 3</a:t>
            </a:r>
          </a:p>
        </p:txBody>
      </p:sp>
      <p:sp>
        <p:nvSpPr>
          <p:cNvPr id="39" name="Text Placeholder 15">
            <a:extLst>
              <a:ext uri="{FF2B5EF4-FFF2-40B4-BE49-F238E27FC236}">
                <a16:creationId xmlns:a16="http://schemas.microsoft.com/office/drawing/2014/main" id="{67C73AB6-3EF1-4CDB-B1DB-A8DD1E859BBF}"/>
              </a:ext>
            </a:extLst>
          </p:cNvPr>
          <p:cNvSpPr>
            <a:spLocks noGrp="1"/>
          </p:cNvSpPr>
          <p:nvPr>
            <p:ph type="body" sz="quarter" idx="52"/>
          </p:nvPr>
        </p:nvSpPr>
        <p:spPr>
          <a:xfrm>
            <a:off x="8503324" y="4960442"/>
            <a:ext cx="2532234" cy="983157"/>
          </a:xfrm>
        </p:spPr>
        <p:txBody>
          <a:bodyPr wrap="square">
            <a:noAutofit/>
          </a:bodyPr>
          <a:lstStyle>
            <a:lvl1pPr algn="ctr">
              <a:lnSpc>
                <a:spcPts val="1800"/>
              </a:lnSpc>
              <a:spcBef>
                <a:spcPts val="0"/>
              </a:spcBef>
              <a:defRPr lang="en-US" sz="1300" dirty="0">
                <a:solidFill>
                  <a:schemeClr val="tx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40" name="Picture Placeholder 25">
            <a:extLst>
              <a:ext uri="{FF2B5EF4-FFF2-40B4-BE49-F238E27FC236}">
                <a16:creationId xmlns:a16="http://schemas.microsoft.com/office/drawing/2014/main" id="{555E0748-A263-4A44-B840-DED200281BAF}"/>
              </a:ext>
            </a:extLst>
          </p:cNvPr>
          <p:cNvSpPr>
            <a:spLocks noGrp="1"/>
          </p:cNvSpPr>
          <p:nvPr>
            <p:ph type="pic" sz="quarter" idx="46" hasCustomPrompt="1"/>
          </p:nvPr>
        </p:nvSpPr>
        <p:spPr>
          <a:xfrm>
            <a:off x="4950278" y="2132060"/>
            <a:ext cx="2291444" cy="2289357"/>
          </a:xfrm>
          <a:prstGeom prst="ellipse">
            <a:avLst/>
          </a:prstGeom>
          <a:ln w="38100">
            <a:solidFill>
              <a:schemeClr val="bg1"/>
            </a:solidFill>
          </a:ln>
          <a:effectLst>
            <a:outerShdw blurRad="381000" dir="14880000" algn="br" rotWithShape="0">
              <a:prstClr val="black">
                <a:alpha val="15000"/>
              </a:prstClr>
            </a:outerShdw>
          </a:effectLst>
        </p:spPr>
        <p:txBody>
          <a:bodyPr anchor="ctr" anchorCtr="0"/>
          <a:lstStyle>
            <a:lvl1pPr algn="ctr">
              <a:defRPr>
                <a:solidFill>
                  <a:schemeClr val="tx1"/>
                </a:solidFill>
              </a:defRPr>
            </a:lvl1pPr>
          </a:lstStyle>
          <a:p>
            <a:r>
              <a:rPr lang="en-US"/>
              <a:t>Image</a:t>
            </a:r>
          </a:p>
        </p:txBody>
      </p:sp>
      <p:sp>
        <p:nvSpPr>
          <p:cNvPr id="44" name="Text Placeholder 15">
            <a:extLst>
              <a:ext uri="{FF2B5EF4-FFF2-40B4-BE49-F238E27FC236}">
                <a16:creationId xmlns:a16="http://schemas.microsoft.com/office/drawing/2014/main" id="{5CD17F92-34D8-4F0B-9586-C2C1E33BB9F7}"/>
              </a:ext>
            </a:extLst>
          </p:cNvPr>
          <p:cNvSpPr>
            <a:spLocks noGrp="1"/>
          </p:cNvSpPr>
          <p:nvPr>
            <p:ph type="body" sz="quarter" idx="53"/>
          </p:nvPr>
        </p:nvSpPr>
        <p:spPr>
          <a:xfrm>
            <a:off x="1170702" y="1180730"/>
            <a:ext cx="9850596" cy="514174"/>
          </a:xfrm>
          <a:effectLst/>
        </p:spPr>
        <p:txBody>
          <a:bodyPr wrap="square">
            <a:noAutofit/>
          </a:bodyPr>
          <a:lstStyle>
            <a:lvl1pPr algn="ctr">
              <a:lnSpc>
                <a:spcPts val="1800"/>
              </a:lnSpc>
              <a:spcBef>
                <a:spcPts val="0"/>
              </a:spcBef>
              <a:defRPr lang="en-US" sz="2000" dirty="0">
                <a:solidFill>
                  <a:schemeClr val="bg1"/>
                </a:solidFill>
                <a:effectLst>
                  <a:outerShdw sx="1000" sy="1000" algn="ctr" rotWithShape="0">
                    <a:srgbClr val="000000"/>
                  </a:outerShdw>
                </a:effectLst>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46" name="Title 12">
            <a:extLst>
              <a:ext uri="{FF2B5EF4-FFF2-40B4-BE49-F238E27FC236}">
                <a16:creationId xmlns:a16="http://schemas.microsoft.com/office/drawing/2014/main" id="{5E6D648B-130E-40E9-9641-33BAEED1830B}"/>
              </a:ext>
            </a:extLst>
          </p:cNvPr>
          <p:cNvSpPr>
            <a:spLocks noGrp="1"/>
          </p:cNvSpPr>
          <p:nvPr>
            <p:ph type="title" hasCustomPrompt="1"/>
          </p:nvPr>
        </p:nvSpPr>
        <p:spPr>
          <a:xfrm>
            <a:off x="1170702" y="553998"/>
            <a:ext cx="9850596" cy="615553"/>
          </a:xfrm>
        </p:spPr>
        <p:txBody>
          <a:bodyPr wrap="square" anchor="t" anchorCtr="0">
            <a:spAutoFit/>
          </a:bodyPr>
          <a:lstStyle>
            <a:lvl1pPr algn="ctr">
              <a:lnSpc>
                <a:spcPct val="1000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
        <p:nvSpPr>
          <p:cNvPr id="26" name="Slide Number Placeholder 5">
            <a:extLst>
              <a:ext uri="{FF2B5EF4-FFF2-40B4-BE49-F238E27FC236}">
                <a16:creationId xmlns:a16="http://schemas.microsoft.com/office/drawing/2014/main" id="{5F6AB44C-EC05-4628-8D05-00507A830C29}"/>
              </a:ext>
            </a:extLst>
          </p:cNvPr>
          <p:cNvSpPr>
            <a:spLocks noGrp="1"/>
          </p:cNvSpPr>
          <p:nvPr>
            <p:ph type="sldNum" sz="quarter" idx="13"/>
          </p:nvPr>
        </p:nvSpPr>
        <p:spPr>
          <a:xfrm>
            <a:off x="11491687" y="6290628"/>
            <a:ext cx="348343" cy="365125"/>
          </a:xfrm>
        </p:spPr>
        <p:txBody>
          <a:bodyPr/>
          <a:lstStyle>
            <a:lvl1pPr algn="l">
              <a:defRPr sz="1000" b="1">
                <a:solidFill>
                  <a:schemeClr val="tx1"/>
                </a:solidFill>
              </a:defRPr>
            </a:lvl1pPr>
          </a:lstStyle>
          <a:p>
            <a:fld id="{D5557E57-8FF5-498F-85CD-A04FA8F809F1}" type="slidenum">
              <a:rPr lang="en-US" smtClean="0"/>
              <a:pPr/>
              <a:t>‹#›</a:t>
            </a:fld>
            <a:endParaRPr lang="en-US"/>
          </a:p>
        </p:txBody>
      </p:sp>
      <p:pic>
        <p:nvPicPr>
          <p:cNvPr id="3" name="Picture 2" descr="Blue text on a black background&#10;&#10;AI-generated content may be incorrect.">
            <a:extLst>
              <a:ext uri="{FF2B5EF4-FFF2-40B4-BE49-F238E27FC236}">
                <a16:creationId xmlns:a16="http://schemas.microsoft.com/office/drawing/2014/main" id="{2A4F78C1-2F36-D63C-17E9-09371FCC9870}"/>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88551" y="6239741"/>
            <a:ext cx="1181106" cy="416012"/>
          </a:xfrm>
          <a:prstGeom prst="rect">
            <a:avLst/>
          </a:prstGeom>
        </p:spPr>
      </p:pic>
      <p:sp>
        <p:nvSpPr>
          <p:cNvPr id="5" name="Picture Placeholder 25">
            <a:extLst>
              <a:ext uri="{FF2B5EF4-FFF2-40B4-BE49-F238E27FC236}">
                <a16:creationId xmlns:a16="http://schemas.microsoft.com/office/drawing/2014/main" id="{C02103B4-25EA-43E3-7B0C-8EA211C1AB27}"/>
              </a:ext>
            </a:extLst>
          </p:cNvPr>
          <p:cNvSpPr>
            <a:spLocks noGrp="1"/>
          </p:cNvSpPr>
          <p:nvPr>
            <p:ph type="pic" sz="quarter" idx="54" hasCustomPrompt="1"/>
          </p:nvPr>
        </p:nvSpPr>
        <p:spPr>
          <a:xfrm>
            <a:off x="1377915" y="2132060"/>
            <a:ext cx="2291444" cy="2289357"/>
          </a:xfrm>
          <a:prstGeom prst="ellipse">
            <a:avLst/>
          </a:prstGeom>
          <a:ln w="38100">
            <a:solidFill>
              <a:schemeClr val="bg1"/>
            </a:solidFill>
          </a:ln>
          <a:effectLst>
            <a:outerShdw blurRad="381000" dir="14880000" algn="br" rotWithShape="0">
              <a:prstClr val="black">
                <a:alpha val="15000"/>
              </a:prstClr>
            </a:outerShdw>
          </a:effectLst>
        </p:spPr>
        <p:txBody>
          <a:bodyPr anchor="ctr" anchorCtr="0"/>
          <a:lstStyle>
            <a:lvl1pPr algn="ctr">
              <a:defRPr>
                <a:solidFill>
                  <a:schemeClr val="tx1"/>
                </a:solidFill>
              </a:defRPr>
            </a:lvl1pPr>
          </a:lstStyle>
          <a:p>
            <a:r>
              <a:rPr lang="en-US"/>
              <a:t>Image</a:t>
            </a:r>
          </a:p>
        </p:txBody>
      </p:sp>
      <p:sp>
        <p:nvSpPr>
          <p:cNvPr id="6" name="Picture Placeholder 25">
            <a:extLst>
              <a:ext uri="{FF2B5EF4-FFF2-40B4-BE49-F238E27FC236}">
                <a16:creationId xmlns:a16="http://schemas.microsoft.com/office/drawing/2014/main" id="{0EC99AD4-D939-4072-3C77-3CDFE348509E}"/>
              </a:ext>
            </a:extLst>
          </p:cNvPr>
          <p:cNvSpPr>
            <a:spLocks noGrp="1"/>
          </p:cNvSpPr>
          <p:nvPr>
            <p:ph type="pic" sz="quarter" idx="55" hasCustomPrompt="1"/>
          </p:nvPr>
        </p:nvSpPr>
        <p:spPr>
          <a:xfrm>
            <a:off x="8623719" y="2132059"/>
            <a:ext cx="2291444" cy="2289357"/>
          </a:xfrm>
          <a:prstGeom prst="ellipse">
            <a:avLst/>
          </a:prstGeom>
          <a:ln w="38100">
            <a:solidFill>
              <a:schemeClr val="bg1"/>
            </a:solidFill>
          </a:ln>
          <a:effectLst>
            <a:outerShdw blurRad="381000" dir="14880000" algn="br" rotWithShape="0">
              <a:prstClr val="black">
                <a:alpha val="15000"/>
              </a:prstClr>
            </a:outerShdw>
          </a:effectLst>
        </p:spPr>
        <p:txBody>
          <a:bodyPr anchor="ctr" anchorCtr="0"/>
          <a:lstStyle>
            <a:lvl1pPr algn="ctr">
              <a:defRPr>
                <a:solidFill>
                  <a:schemeClr val="tx1"/>
                </a:solidFill>
              </a:defRPr>
            </a:lvl1pPr>
          </a:lstStyle>
          <a:p>
            <a:r>
              <a:rPr lang="en-US"/>
              <a:t>Image</a:t>
            </a:r>
          </a:p>
        </p:txBody>
      </p:sp>
    </p:spTree>
    <p:extLst>
      <p:ext uri="{BB962C8B-B14F-4D97-AF65-F5344CB8AC3E}">
        <p14:creationId xmlns:p14="http://schemas.microsoft.com/office/powerpoint/2010/main" val="20890163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fographic - 4 Ste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3168D6-35E0-2AFB-E4EC-50C6560204DD}"/>
              </a:ext>
            </a:extLst>
          </p:cNvPr>
          <p:cNvSpPr/>
          <p:nvPr userDrawn="1"/>
        </p:nvSpPr>
        <p:spPr>
          <a:xfrm>
            <a:off x="2" y="1"/>
            <a:ext cx="12191998" cy="6875402"/>
          </a:xfrm>
          <a:prstGeom prst="rect">
            <a:avLst/>
          </a:prstGeom>
          <a:gradFill flip="none" rotWithShape="1">
            <a:gsLst>
              <a:gs pos="1000">
                <a:srgbClr val="0033A1"/>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33A1"/>
              </a:solidFill>
            </a:endParaRPr>
          </a:p>
        </p:txBody>
      </p:sp>
      <p:cxnSp>
        <p:nvCxnSpPr>
          <p:cNvPr id="9" name="Straight Connector 8">
            <a:extLst>
              <a:ext uri="{FF2B5EF4-FFF2-40B4-BE49-F238E27FC236}">
                <a16:creationId xmlns:a16="http://schemas.microsoft.com/office/drawing/2014/main" id="{FE16F6B3-8A56-4D82-8C4B-E3D409B1C18D}"/>
              </a:ext>
            </a:extLst>
          </p:cNvPr>
          <p:cNvCxnSpPr>
            <a:cxnSpLocks/>
            <a:endCxn id="15" idx="60"/>
          </p:cNvCxnSpPr>
          <p:nvPr userDrawn="1"/>
        </p:nvCxnSpPr>
        <p:spPr>
          <a:xfrm flipV="1">
            <a:off x="4263833" y="1990077"/>
            <a:ext cx="535148" cy="23691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454CD6-2DF3-4EAD-8C4C-53CABB543603}"/>
              </a:ext>
            </a:extLst>
          </p:cNvPr>
          <p:cNvCxnSpPr>
            <a:cxnSpLocks/>
          </p:cNvCxnSpPr>
          <p:nvPr userDrawn="1"/>
        </p:nvCxnSpPr>
        <p:spPr>
          <a:xfrm>
            <a:off x="4724124" y="3252059"/>
            <a:ext cx="603780" cy="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0FB4F36-FA15-41A9-BD98-DA90E7987521}"/>
              </a:ext>
            </a:extLst>
          </p:cNvPr>
          <p:cNvCxnSpPr>
            <a:cxnSpLocks/>
            <a:endCxn id="14" idx="3"/>
          </p:cNvCxnSpPr>
          <p:nvPr userDrawn="1"/>
        </p:nvCxnSpPr>
        <p:spPr>
          <a:xfrm>
            <a:off x="4581561" y="4328189"/>
            <a:ext cx="566003" cy="14769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7A15655-68F3-405B-8281-CEF05AF2FDDE}"/>
              </a:ext>
            </a:extLst>
          </p:cNvPr>
          <p:cNvCxnSpPr>
            <a:cxnSpLocks/>
            <a:endCxn id="17" idx="5"/>
          </p:cNvCxnSpPr>
          <p:nvPr userDrawn="1"/>
        </p:nvCxnSpPr>
        <p:spPr>
          <a:xfrm>
            <a:off x="3886630" y="5181432"/>
            <a:ext cx="432279" cy="3651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reeform 21">
            <a:extLst>
              <a:ext uri="{FF2B5EF4-FFF2-40B4-BE49-F238E27FC236}">
                <a16:creationId xmlns:a16="http://schemas.microsoft.com/office/drawing/2014/main" id="{E5F830FE-3B5A-47D7-819B-946350343097}"/>
              </a:ext>
            </a:extLst>
          </p:cNvPr>
          <p:cNvSpPr/>
          <p:nvPr userDrawn="1"/>
        </p:nvSpPr>
        <p:spPr>
          <a:xfrm>
            <a:off x="5327904" y="2835969"/>
            <a:ext cx="768096" cy="768096"/>
          </a:xfrm>
          <a:custGeom>
            <a:avLst/>
            <a:gdLst>
              <a:gd name="connsiteX0" fmla="*/ 0 w 2143140"/>
              <a:gd name="connsiteY0" fmla="*/ 1071569 h 2143138"/>
              <a:gd name="connsiteX1" fmla="*/ 5165 w 2143140"/>
              <a:gd name="connsiteY1" fmla="*/ 966534 h 2143138"/>
              <a:gd name="connsiteX2" fmla="*/ 20585 w 2143140"/>
              <a:gd name="connsiteY2" fmla="*/ 862517 h 2143138"/>
              <a:gd name="connsiteX3" fmla="*/ 46142 w 2143140"/>
              <a:gd name="connsiteY3" fmla="*/ 760514 h 2143138"/>
              <a:gd name="connsiteX4" fmla="*/ 81568 w 2143140"/>
              <a:gd name="connsiteY4" fmla="*/ 661501 h 2143138"/>
              <a:gd name="connsiteX5" fmla="*/ 126531 w 2143140"/>
              <a:gd name="connsiteY5" fmla="*/ 566431 h 2143138"/>
              <a:gd name="connsiteX6" fmla="*/ 180592 w 2143140"/>
              <a:gd name="connsiteY6" fmla="*/ 476237 h 2143138"/>
              <a:gd name="connsiteX7" fmla="*/ 243236 w 2143140"/>
              <a:gd name="connsiteY7" fmla="*/ 391776 h 2143138"/>
              <a:gd name="connsiteX8" fmla="*/ 313856 w 2143140"/>
              <a:gd name="connsiteY8" fmla="*/ 313855 h 2143138"/>
              <a:gd name="connsiteX9" fmla="*/ 391777 w 2143140"/>
              <a:gd name="connsiteY9" fmla="*/ 243235 h 2143138"/>
              <a:gd name="connsiteX10" fmla="*/ 476238 w 2143140"/>
              <a:gd name="connsiteY10" fmla="*/ 180591 h 2143138"/>
              <a:gd name="connsiteX11" fmla="*/ 566432 w 2143140"/>
              <a:gd name="connsiteY11" fmla="*/ 126531 h 2143138"/>
              <a:gd name="connsiteX12" fmla="*/ 661502 w 2143140"/>
              <a:gd name="connsiteY12" fmla="*/ 81568 h 2143138"/>
              <a:gd name="connsiteX13" fmla="*/ 760515 w 2143140"/>
              <a:gd name="connsiteY13" fmla="*/ 46142 h 2143138"/>
              <a:gd name="connsiteX14" fmla="*/ 862517 w 2143140"/>
              <a:gd name="connsiteY14" fmla="*/ 20585 h 2143138"/>
              <a:gd name="connsiteX15" fmla="*/ 966535 w 2143140"/>
              <a:gd name="connsiteY15" fmla="*/ 5165 h 2143138"/>
              <a:gd name="connsiteX16" fmla="*/ 1071570 w 2143140"/>
              <a:gd name="connsiteY16" fmla="*/ 0 h 2143138"/>
              <a:gd name="connsiteX17" fmla="*/ 1176605 w 2143140"/>
              <a:gd name="connsiteY17" fmla="*/ 5165 h 2143138"/>
              <a:gd name="connsiteX18" fmla="*/ 1280623 w 2143140"/>
              <a:gd name="connsiteY18" fmla="*/ 20585 h 2143138"/>
              <a:gd name="connsiteX19" fmla="*/ 1382625 w 2143140"/>
              <a:gd name="connsiteY19" fmla="*/ 46142 h 2143138"/>
              <a:gd name="connsiteX20" fmla="*/ 1481638 w 2143140"/>
              <a:gd name="connsiteY20" fmla="*/ 81568 h 2143138"/>
              <a:gd name="connsiteX21" fmla="*/ 1576708 w 2143140"/>
              <a:gd name="connsiteY21" fmla="*/ 126531 h 2143138"/>
              <a:gd name="connsiteX22" fmla="*/ 1666902 w 2143140"/>
              <a:gd name="connsiteY22" fmla="*/ 180591 h 2143138"/>
              <a:gd name="connsiteX23" fmla="*/ 1751363 w 2143140"/>
              <a:gd name="connsiteY23" fmla="*/ 243235 h 2143138"/>
              <a:gd name="connsiteX24" fmla="*/ 1829284 w 2143140"/>
              <a:gd name="connsiteY24" fmla="*/ 313855 h 2143138"/>
              <a:gd name="connsiteX25" fmla="*/ 1899904 w 2143140"/>
              <a:gd name="connsiteY25" fmla="*/ 391776 h 2143138"/>
              <a:gd name="connsiteX26" fmla="*/ 1962548 w 2143140"/>
              <a:gd name="connsiteY26" fmla="*/ 476237 h 2143138"/>
              <a:gd name="connsiteX27" fmla="*/ 2016609 w 2143140"/>
              <a:gd name="connsiteY27" fmla="*/ 566431 h 2143138"/>
              <a:gd name="connsiteX28" fmla="*/ 2061572 w 2143140"/>
              <a:gd name="connsiteY28" fmla="*/ 661501 h 2143138"/>
              <a:gd name="connsiteX29" fmla="*/ 2096998 w 2143140"/>
              <a:gd name="connsiteY29" fmla="*/ 760514 h 2143138"/>
              <a:gd name="connsiteX30" fmla="*/ 2122555 w 2143140"/>
              <a:gd name="connsiteY30" fmla="*/ 862517 h 2143138"/>
              <a:gd name="connsiteX31" fmla="*/ 2137975 w 2143140"/>
              <a:gd name="connsiteY31" fmla="*/ 966534 h 2143138"/>
              <a:gd name="connsiteX32" fmla="*/ 2143140 w 2143140"/>
              <a:gd name="connsiteY32" fmla="*/ 1071569 h 2143138"/>
              <a:gd name="connsiteX33" fmla="*/ 2137975 w 2143140"/>
              <a:gd name="connsiteY33" fmla="*/ 1176604 h 2143138"/>
              <a:gd name="connsiteX34" fmla="*/ 2122555 w 2143140"/>
              <a:gd name="connsiteY34" fmla="*/ 1280621 h 2143138"/>
              <a:gd name="connsiteX35" fmla="*/ 2096998 w 2143140"/>
              <a:gd name="connsiteY35" fmla="*/ 1382624 h 2143138"/>
              <a:gd name="connsiteX36" fmla="*/ 2061572 w 2143140"/>
              <a:gd name="connsiteY36" fmla="*/ 1481637 h 2143138"/>
              <a:gd name="connsiteX37" fmla="*/ 2016609 w 2143140"/>
              <a:gd name="connsiteY37" fmla="*/ 1576707 h 2143138"/>
              <a:gd name="connsiteX38" fmla="*/ 1962548 w 2143140"/>
              <a:gd name="connsiteY38" fmla="*/ 1666901 h 2143138"/>
              <a:gd name="connsiteX39" fmla="*/ 1899904 w 2143140"/>
              <a:gd name="connsiteY39" fmla="*/ 1751362 h 2143138"/>
              <a:gd name="connsiteX40" fmla="*/ 1829284 w 2143140"/>
              <a:gd name="connsiteY40" fmla="*/ 1829283 h 2143138"/>
              <a:gd name="connsiteX41" fmla="*/ 1751363 w 2143140"/>
              <a:gd name="connsiteY41" fmla="*/ 1899903 h 2143138"/>
              <a:gd name="connsiteX42" fmla="*/ 1666902 w 2143140"/>
              <a:gd name="connsiteY42" fmla="*/ 1962547 h 2143138"/>
              <a:gd name="connsiteX43" fmla="*/ 1576708 w 2143140"/>
              <a:gd name="connsiteY43" fmla="*/ 2016607 h 2143138"/>
              <a:gd name="connsiteX44" fmla="*/ 1481638 w 2143140"/>
              <a:gd name="connsiteY44" fmla="*/ 2061570 h 2143138"/>
              <a:gd name="connsiteX45" fmla="*/ 1382625 w 2143140"/>
              <a:gd name="connsiteY45" fmla="*/ 2096996 h 2143138"/>
              <a:gd name="connsiteX46" fmla="*/ 1280623 w 2143140"/>
              <a:gd name="connsiteY46" fmla="*/ 2122553 h 2143138"/>
              <a:gd name="connsiteX47" fmla="*/ 1176605 w 2143140"/>
              <a:gd name="connsiteY47" fmla="*/ 2137973 h 2143138"/>
              <a:gd name="connsiteX48" fmla="*/ 1071570 w 2143140"/>
              <a:gd name="connsiteY48" fmla="*/ 2143138 h 2143138"/>
              <a:gd name="connsiteX49" fmla="*/ 966535 w 2143140"/>
              <a:gd name="connsiteY49" fmla="*/ 2137973 h 2143138"/>
              <a:gd name="connsiteX50" fmla="*/ 862517 w 2143140"/>
              <a:gd name="connsiteY50" fmla="*/ 2122553 h 2143138"/>
              <a:gd name="connsiteX51" fmla="*/ 760515 w 2143140"/>
              <a:gd name="connsiteY51" fmla="*/ 2096996 h 2143138"/>
              <a:gd name="connsiteX52" fmla="*/ 661502 w 2143140"/>
              <a:gd name="connsiteY52" fmla="*/ 2061570 h 2143138"/>
              <a:gd name="connsiteX53" fmla="*/ 566432 w 2143140"/>
              <a:gd name="connsiteY53" fmla="*/ 2016607 h 2143138"/>
              <a:gd name="connsiteX54" fmla="*/ 476238 w 2143140"/>
              <a:gd name="connsiteY54" fmla="*/ 1962547 h 2143138"/>
              <a:gd name="connsiteX55" fmla="*/ 391777 w 2143140"/>
              <a:gd name="connsiteY55" fmla="*/ 1899903 h 2143138"/>
              <a:gd name="connsiteX56" fmla="*/ 313856 w 2143140"/>
              <a:gd name="connsiteY56" fmla="*/ 1829283 h 2143138"/>
              <a:gd name="connsiteX57" fmla="*/ 243236 w 2143140"/>
              <a:gd name="connsiteY57" fmla="*/ 1751362 h 2143138"/>
              <a:gd name="connsiteX58" fmla="*/ 180592 w 2143140"/>
              <a:gd name="connsiteY58" fmla="*/ 1666901 h 2143138"/>
              <a:gd name="connsiteX59" fmla="*/ 126531 w 2143140"/>
              <a:gd name="connsiteY59" fmla="*/ 1576707 h 2143138"/>
              <a:gd name="connsiteX60" fmla="*/ 81568 w 2143140"/>
              <a:gd name="connsiteY60" fmla="*/ 1481637 h 2143138"/>
              <a:gd name="connsiteX61" fmla="*/ 46142 w 2143140"/>
              <a:gd name="connsiteY61" fmla="*/ 1382624 h 2143138"/>
              <a:gd name="connsiteX62" fmla="*/ 20585 w 2143140"/>
              <a:gd name="connsiteY62" fmla="*/ 1280621 h 2143138"/>
              <a:gd name="connsiteX63" fmla="*/ 5165 w 2143140"/>
              <a:gd name="connsiteY63" fmla="*/ 1176604 h 2143138"/>
              <a:gd name="connsiteX64" fmla="*/ 0 w 2143140"/>
              <a:gd name="connsiteY64" fmla="*/ 1071569 h 214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43140" h="2143138">
                <a:moveTo>
                  <a:pt x="0" y="1071569"/>
                </a:moveTo>
                <a:lnTo>
                  <a:pt x="5165" y="966534"/>
                </a:lnTo>
                <a:lnTo>
                  <a:pt x="20585" y="862517"/>
                </a:lnTo>
                <a:lnTo>
                  <a:pt x="46142" y="760514"/>
                </a:lnTo>
                <a:lnTo>
                  <a:pt x="81568" y="661501"/>
                </a:lnTo>
                <a:lnTo>
                  <a:pt x="126531" y="566431"/>
                </a:lnTo>
                <a:lnTo>
                  <a:pt x="180592" y="476237"/>
                </a:lnTo>
                <a:lnTo>
                  <a:pt x="243236" y="391776"/>
                </a:lnTo>
                <a:lnTo>
                  <a:pt x="313856" y="313855"/>
                </a:lnTo>
                <a:lnTo>
                  <a:pt x="391777" y="243235"/>
                </a:lnTo>
                <a:lnTo>
                  <a:pt x="476238" y="180591"/>
                </a:lnTo>
                <a:lnTo>
                  <a:pt x="566432" y="126531"/>
                </a:lnTo>
                <a:lnTo>
                  <a:pt x="661502" y="81568"/>
                </a:lnTo>
                <a:lnTo>
                  <a:pt x="760515" y="46142"/>
                </a:lnTo>
                <a:lnTo>
                  <a:pt x="862517" y="20585"/>
                </a:lnTo>
                <a:lnTo>
                  <a:pt x="966535" y="5165"/>
                </a:lnTo>
                <a:lnTo>
                  <a:pt x="1071570" y="0"/>
                </a:lnTo>
                <a:lnTo>
                  <a:pt x="1176605" y="5165"/>
                </a:lnTo>
                <a:lnTo>
                  <a:pt x="1280623" y="20585"/>
                </a:lnTo>
                <a:lnTo>
                  <a:pt x="1382625" y="46142"/>
                </a:lnTo>
                <a:lnTo>
                  <a:pt x="1481638" y="81568"/>
                </a:lnTo>
                <a:lnTo>
                  <a:pt x="1576708" y="126531"/>
                </a:lnTo>
                <a:lnTo>
                  <a:pt x="1666902" y="180591"/>
                </a:lnTo>
                <a:lnTo>
                  <a:pt x="1751363" y="243235"/>
                </a:lnTo>
                <a:lnTo>
                  <a:pt x="1829284" y="313855"/>
                </a:lnTo>
                <a:lnTo>
                  <a:pt x="1899904" y="391776"/>
                </a:lnTo>
                <a:lnTo>
                  <a:pt x="1962548" y="476237"/>
                </a:lnTo>
                <a:lnTo>
                  <a:pt x="2016609" y="566431"/>
                </a:lnTo>
                <a:lnTo>
                  <a:pt x="2061572" y="661501"/>
                </a:lnTo>
                <a:lnTo>
                  <a:pt x="2096998" y="760514"/>
                </a:lnTo>
                <a:lnTo>
                  <a:pt x="2122555" y="862517"/>
                </a:lnTo>
                <a:lnTo>
                  <a:pt x="2137975" y="966534"/>
                </a:lnTo>
                <a:lnTo>
                  <a:pt x="2143140" y="1071569"/>
                </a:lnTo>
                <a:lnTo>
                  <a:pt x="2137975" y="1176604"/>
                </a:lnTo>
                <a:lnTo>
                  <a:pt x="2122555" y="1280621"/>
                </a:lnTo>
                <a:lnTo>
                  <a:pt x="2096998" y="1382624"/>
                </a:lnTo>
                <a:lnTo>
                  <a:pt x="2061572" y="1481637"/>
                </a:lnTo>
                <a:lnTo>
                  <a:pt x="2016609" y="1576707"/>
                </a:lnTo>
                <a:lnTo>
                  <a:pt x="1962548" y="1666901"/>
                </a:lnTo>
                <a:lnTo>
                  <a:pt x="1899904" y="1751362"/>
                </a:lnTo>
                <a:lnTo>
                  <a:pt x="1829284" y="1829283"/>
                </a:lnTo>
                <a:lnTo>
                  <a:pt x="1751363" y="1899903"/>
                </a:lnTo>
                <a:lnTo>
                  <a:pt x="1666902" y="1962547"/>
                </a:lnTo>
                <a:lnTo>
                  <a:pt x="1576708" y="2016607"/>
                </a:lnTo>
                <a:lnTo>
                  <a:pt x="1481638" y="2061570"/>
                </a:lnTo>
                <a:lnTo>
                  <a:pt x="1382625" y="2096996"/>
                </a:lnTo>
                <a:lnTo>
                  <a:pt x="1280623" y="2122553"/>
                </a:lnTo>
                <a:lnTo>
                  <a:pt x="1176605" y="2137973"/>
                </a:lnTo>
                <a:lnTo>
                  <a:pt x="1071570" y="2143138"/>
                </a:lnTo>
                <a:lnTo>
                  <a:pt x="966535" y="2137973"/>
                </a:lnTo>
                <a:lnTo>
                  <a:pt x="862517" y="2122553"/>
                </a:lnTo>
                <a:lnTo>
                  <a:pt x="760515" y="2096996"/>
                </a:lnTo>
                <a:lnTo>
                  <a:pt x="661502" y="2061570"/>
                </a:lnTo>
                <a:lnTo>
                  <a:pt x="566432" y="2016607"/>
                </a:lnTo>
                <a:lnTo>
                  <a:pt x="476238" y="1962547"/>
                </a:lnTo>
                <a:lnTo>
                  <a:pt x="391777" y="1899903"/>
                </a:lnTo>
                <a:lnTo>
                  <a:pt x="313856" y="1829283"/>
                </a:lnTo>
                <a:lnTo>
                  <a:pt x="243236" y="1751362"/>
                </a:lnTo>
                <a:lnTo>
                  <a:pt x="180592" y="1666901"/>
                </a:lnTo>
                <a:lnTo>
                  <a:pt x="126531" y="1576707"/>
                </a:lnTo>
                <a:lnTo>
                  <a:pt x="81568" y="1481637"/>
                </a:lnTo>
                <a:lnTo>
                  <a:pt x="46142" y="1382624"/>
                </a:lnTo>
                <a:lnTo>
                  <a:pt x="20585" y="1280621"/>
                </a:lnTo>
                <a:lnTo>
                  <a:pt x="5165" y="1176604"/>
                </a:lnTo>
                <a:lnTo>
                  <a:pt x="0" y="1071569"/>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a:latin typeface="Franklin Gothic Book" panose="020B0503020102020204" pitchFamily="34" charset="0"/>
            </a:endParaRPr>
          </a:p>
        </p:txBody>
      </p:sp>
      <p:sp>
        <p:nvSpPr>
          <p:cNvPr id="14" name="Freeform 20">
            <a:extLst>
              <a:ext uri="{FF2B5EF4-FFF2-40B4-BE49-F238E27FC236}">
                <a16:creationId xmlns:a16="http://schemas.microsoft.com/office/drawing/2014/main" id="{B5D79C1B-7DB9-495B-BA15-3A531AFF4080}"/>
              </a:ext>
            </a:extLst>
          </p:cNvPr>
          <p:cNvSpPr/>
          <p:nvPr userDrawn="1"/>
        </p:nvSpPr>
        <p:spPr>
          <a:xfrm>
            <a:off x="5131027" y="4203316"/>
            <a:ext cx="768096" cy="768096"/>
          </a:xfrm>
          <a:custGeom>
            <a:avLst/>
            <a:gdLst>
              <a:gd name="connsiteX0" fmla="*/ 0 w 2143140"/>
              <a:gd name="connsiteY0" fmla="*/ 1071569 h 2143138"/>
              <a:gd name="connsiteX1" fmla="*/ 5165 w 2143140"/>
              <a:gd name="connsiteY1" fmla="*/ 966534 h 2143138"/>
              <a:gd name="connsiteX2" fmla="*/ 20585 w 2143140"/>
              <a:gd name="connsiteY2" fmla="*/ 862517 h 2143138"/>
              <a:gd name="connsiteX3" fmla="*/ 46142 w 2143140"/>
              <a:gd name="connsiteY3" fmla="*/ 760514 h 2143138"/>
              <a:gd name="connsiteX4" fmla="*/ 81568 w 2143140"/>
              <a:gd name="connsiteY4" fmla="*/ 661501 h 2143138"/>
              <a:gd name="connsiteX5" fmla="*/ 126531 w 2143140"/>
              <a:gd name="connsiteY5" fmla="*/ 566431 h 2143138"/>
              <a:gd name="connsiteX6" fmla="*/ 180592 w 2143140"/>
              <a:gd name="connsiteY6" fmla="*/ 476237 h 2143138"/>
              <a:gd name="connsiteX7" fmla="*/ 243236 w 2143140"/>
              <a:gd name="connsiteY7" fmla="*/ 391776 h 2143138"/>
              <a:gd name="connsiteX8" fmla="*/ 313856 w 2143140"/>
              <a:gd name="connsiteY8" fmla="*/ 313855 h 2143138"/>
              <a:gd name="connsiteX9" fmla="*/ 391777 w 2143140"/>
              <a:gd name="connsiteY9" fmla="*/ 243235 h 2143138"/>
              <a:gd name="connsiteX10" fmla="*/ 476238 w 2143140"/>
              <a:gd name="connsiteY10" fmla="*/ 180591 h 2143138"/>
              <a:gd name="connsiteX11" fmla="*/ 566432 w 2143140"/>
              <a:gd name="connsiteY11" fmla="*/ 126531 h 2143138"/>
              <a:gd name="connsiteX12" fmla="*/ 661502 w 2143140"/>
              <a:gd name="connsiteY12" fmla="*/ 81568 h 2143138"/>
              <a:gd name="connsiteX13" fmla="*/ 760515 w 2143140"/>
              <a:gd name="connsiteY13" fmla="*/ 46142 h 2143138"/>
              <a:gd name="connsiteX14" fmla="*/ 862517 w 2143140"/>
              <a:gd name="connsiteY14" fmla="*/ 20585 h 2143138"/>
              <a:gd name="connsiteX15" fmla="*/ 966535 w 2143140"/>
              <a:gd name="connsiteY15" fmla="*/ 5165 h 2143138"/>
              <a:gd name="connsiteX16" fmla="*/ 1071570 w 2143140"/>
              <a:gd name="connsiteY16" fmla="*/ 0 h 2143138"/>
              <a:gd name="connsiteX17" fmla="*/ 1176605 w 2143140"/>
              <a:gd name="connsiteY17" fmla="*/ 5165 h 2143138"/>
              <a:gd name="connsiteX18" fmla="*/ 1280623 w 2143140"/>
              <a:gd name="connsiteY18" fmla="*/ 20585 h 2143138"/>
              <a:gd name="connsiteX19" fmla="*/ 1382625 w 2143140"/>
              <a:gd name="connsiteY19" fmla="*/ 46142 h 2143138"/>
              <a:gd name="connsiteX20" fmla="*/ 1481638 w 2143140"/>
              <a:gd name="connsiteY20" fmla="*/ 81568 h 2143138"/>
              <a:gd name="connsiteX21" fmla="*/ 1576708 w 2143140"/>
              <a:gd name="connsiteY21" fmla="*/ 126531 h 2143138"/>
              <a:gd name="connsiteX22" fmla="*/ 1666902 w 2143140"/>
              <a:gd name="connsiteY22" fmla="*/ 180591 h 2143138"/>
              <a:gd name="connsiteX23" fmla="*/ 1751363 w 2143140"/>
              <a:gd name="connsiteY23" fmla="*/ 243235 h 2143138"/>
              <a:gd name="connsiteX24" fmla="*/ 1829284 w 2143140"/>
              <a:gd name="connsiteY24" fmla="*/ 313855 h 2143138"/>
              <a:gd name="connsiteX25" fmla="*/ 1899904 w 2143140"/>
              <a:gd name="connsiteY25" fmla="*/ 391776 h 2143138"/>
              <a:gd name="connsiteX26" fmla="*/ 1962548 w 2143140"/>
              <a:gd name="connsiteY26" fmla="*/ 476237 h 2143138"/>
              <a:gd name="connsiteX27" fmla="*/ 2016609 w 2143140"/>
              <a:gd name="connsiteY27" fmla="*/ 566431 h 2143138"/>
              <a:gd name="connsiteX28" fmla="*/ 2061572 w 2143140"/>
              <a:gd name="connsiteY28" fmla="*/ 661501 h 2143138"/>
              <a:gd name="connsiteX29" fmla="*/ 2096998 w 2143140"/>
              <a:gd name="connsiteY29" fmla="*/ 760514 h 2143138"/>
              <a:gd name="connsiteX30" fmla="*/ 2122555 w 2143140"/>
              <a:gd name="connsiteY30" fmla="*/ 862517 h 2143138"/>
              <a:gd name="connsiteX31" fmla="*/ 2137975 w 2143140"/>
              <a:gd name="connsiteY31" fmla="*/ 966534 h 2143138"/>
              <a:gd name="connsiteX32" fmla="*/ 2143140 w 2143140"/>
              <a:gd name="connsiteY32" fmla="*/ 1071569 h 2143138"/>
              <a:gd name="connsiteX33" fmla="*/ 2137975 w 2143140"/>
              <a:gd name="connsiteY33" fmla="*/ 1176604 h 2143138"/>
              <a:gd name="connsiteX34" fmla="*/ 2122555 w 2143140"/>
              <a:gd name="connsiteY34" fmla="*/ 1280621 h 2143138"/>
              <a:gd name="connsiteX35" fmla="*/ 2096998 w 2143140"/>
              <a:gd name="connsiteY35" fmla="*/ 1382624 h 2143138"/>
              <a:gd name="connsiteX36" fmla="*/ 2061572 w 2143140"/>
              <a:gd name="connsiteY36" fmla="*/ 1481637 h 2143138"/>
              <a:gd name="connsiteX37" fmla="*/ 2016609 w 2143140"/>
              <a:gd name="connsiteY37" fmla="*/ 1576707 h 2143138"/>
              <a:gd name="connsiteX38" fmla="*/ 1962548 w 2143140"/>
              <a:gd name="connsiteY38" fmla="*/ 1666901 h 2143138"/>
              <a:gd name="connsiteX39" fmla="*/ 1899904 w 2143140"/>
              <a:gd name="connsiteY39" fmla="*/ 1751362 h 2143138"/>
              <a:gd name="connsiteX40" fmla="*/ 1829284 w 2143140"/>
              <a:gd name="connsiteY40" fmla="*/ 1829283 h 2143138"/>
              <a:gd name="connsiteX41" fmla="*/ 1751363 w 2143140"/>
              <a:gd name="connsiteY41" fmla="*/ 1899903 h 2143138"/>
              <a:gd name="connsiteX42" fmla="*/ 1666902 w 2143140"/>
              <a:gd name="connsiteY42" fmla="*/ 1962547 h 2143138"/>
              <a:gd name="connsiteX43" fmla="*/ 1576708 w 2143140"/>
              <a:gd name="connsiteY43" fmla="*/ 2016607 h 2143138"/>
              <a:gd name="connsiteX44" fmla="*/ 1481638 w 2143140"/>
              <a:gd name="connsiteY44" fmla="*/ 2061570 h 2143138"/>
              <a:gd name="connsiteX45" fmla="*/ 1382625 w 2143140"/>
              <a:gd name="connsiteY45" fmla="*/ 2096996 h 2143138"/>
              <a:gd name="connsiteX46" fmla="*/ 1280623 w 2143140"/>
              <a:gd name="connsiteY46" fmla="*/ 2122553 h 2143138"/>
              <a:gd name="connsiteX47" fmla="*/ 1176605 w 2143140"/>
              <a:gd name="connsiteY47" fmla="*/ 2137973 h 2143138"/>
              <a:gd name="connsiteX48" fmla="*/ 1071570 w 2143140"/>
              <a:gd name="connsiteY48" fmla="*/ 2143138 h 2143138"/>
              <a:gd name="connsiteX49" fmla="*/ 966535 w 2143140"/>
              <a:gd name="connsiteY49" fmla="*/ 2137973 h 2143138"/>
              <a:gd name="connsiteX50" fmla="*/ 862517 w 2143140"/>
              <a:gd name="connsiteY50" fmla="*/ 2122553 h 2143138"/>
              <a:gd name="connsiteX51" fmla="*/ 760515 w 2143140"/>
              <a:gd name="connsiteY51" fmla="*/ 2096996 h 2143138"/>
              <a:gd name="connsiteX52" fmla="*/ 661502 w 2143140"/>
              <a:gd name="connsiteY52" fmla="*/ 2061570 h 2143138"/>
              <a:gd name="connsiteX53" fmla="*/ 566432 w 2143140"/>
              <a:gd name="connsiteY53" fmla="*/ 2016607 h 2143138"/>
              <a:gd name="connsiteX54" fmla="*/ 476238 w 2143140"/>
              <a:gd name="connsiteY54" fmla="*/ 1962547 h 2143138"/>
              <a:gd name="connsiteX55" fmla="*/ 391777 w 2143140"/>
              <a:gd name="connsiteY55" fmla="*/ 1899903 h 2143138"/>
              <a:gd name="connsiteX56" fmla="*/ 313856 w 2143140"/>
              <a:gd name="connsiteY56" fmla="*/ 1829283 h 2143138"/>
              <a:gd name="connsiteX57" fmla="*/ 243236 w 2143140"/>
              <a:gd name="connsiteY57" fmla="*/ 1751362 h 2143138"/>
              <a:gd name="connsiteX58" fmla="*/ 180592 w 2143140"/>
              <a:gd name="connsiteY58" fmla="*/ 1666901 h 2143138"/>
              <a:gd name="connsiteX59" fmla="*/ 126531 w 2143140"/>
              <a:gd name="connsiteY59" fmla="*/ 1576707 h 2143138"/>
              <a:gd name="connsiteX60" fmla="*/ 81568 w 2143140"/>
              <a:gd name="connsiteY60" fmla="*/ 1481637 h 2143138"/>
              <a:gd name="connsiteX61" fmla="*/ 46142 w 2143140"/>
              <a:gd name="connsiteY61" fmla="*/ 1382624 h 2143138"/>
              <a:gd name="connsiteX62" fmla="*/ 20585 w 2143140"/>
              <a:gd name="connsiteY62" fmla="*/ 1280621 h 2143138"/>
              <a:gd name="connsiteX63" fmla="*/ 5165 w 2143140"/>
              <a:gd name="connsiteY63" fmla="*/ 1176604 h 2143138"/>
              <a:gd name="connsiteX64" fmla="*/ 0 w 2143140"/>
              <a:gd name="connsiteY64" fmla="*/ 1071569 h 214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43140" h="2143138">
                <a:moveTo>
                  <a:pt x="0" y="1071569"/>
                </a:moveTo>
                <a:lnTo>
                  <a:pt x="5165" y="966534"/>
                </a:lnTo>
                <a:lnTo>
                  <a:pt x="20585" y="862517"/>
                </a:lnTo>
                <a:lnTo>
                  <a:pt x="46142" y="760514"/>
                </a:lnTo>
                <a:lnTo>
                  <a:pt x="81568" y="661501"/>
                </a:lnTo>
                <a:lnTo>
                  <a:pt x="126531" y="566431"/>
                </a:lnTo>
                <a:lnTo>
                  <a:pt x="180592" y="476237"/>
                </a:lnTo>
                <a:lnTo>
                  <a:pt x="243236" y="391776"/>
                </a:lnTo>
                <a:lnTo>
                  <a:pt x="313856" y="313855"/>
                </a:lnTo>
                <a:lnTo>
                  <a:pt x="391777" y="243235"/>
                </a:lnTo>
                <a:lnTo>
                  <a:pt x="476238" y="180591"/>
                </a:lnTo>
                <a:lnTo>
                  <a:pt x="566432" y="126531"/>
                </a:lnTo>
                <a:lnTo>
                  <a:pt x="661502" y="81568"/>
                </a:lnTo>
                <a:lnTo>
                  <a:pt x="760515" y="46142"/>
                </a:lnTo>
                <a:lnTo>
                  <a:pt x="862517" y="20585"/>
                </a:lnTo>
                <a:lnTo>
                  <a:pt x="966535" y="5165"/>
                </a:lnTo>
                <a:lnTo>
                  <a:pt x="1071570" y="0"/>
                </a:lnTo>
                <a:lnTo>
                  <a:pt x="1176605" y="5165"/>
                </a:lnTo>
                <a:lnTo>
                  <a:pt x="1280623" y="20585"/>
                </a:lnTo>
                <a:lnTo>
                  <a:pt x="1382625" y="46142"/>
                </a:lnTo>
                <a:lnTo>
                  <a:pt x="1481638" y="81568"/>
                </a:lnTo>
                <a:lnTo>
                  <a:pt x="1576708" y="126531"/>
                </a:lnTo>
                <a:lnTo>
                  <a:pt x="1666902" y="180591"/>
                </a:lnTo>
                <a:lnTo>
                  <a:pt x="1751363" y="243235"/>
                </a:lnTo>
                <a:lnTo>
                  <a:pt x="1829284" y="313855"/>
                </a:lnTo>
                <a:lnTo>
                  <a:pt x="1899904" y="391776"/>
                </a:lnTo>
                <a:lnTo>
                  <a:pt x="1962548" y="476237"/>
                </a:lnTo>
                <a:lnTo>
                  <a:pt x="2016609" y="566431"/>
                </a:lnTo>
                <a:lnTo>
                  <a:pt x="2061572" y="661501"/>
                </a:lnTo>
                <a:lnTo>
                  <a:pt x="2096998" y="760514"/>
                </a:lnTo>
                <a:lnTo>
                  <a:pt x="2122555" y="862517"/>
                </a:lnTo>
                <a:lnTo>
                  <a:pt x="2137975" y="966534"/>
                </a:lnTo>
                <a:lnTo>
                  <a:pt x="2143140" y="1071569"/>
                </a:lnTo>
                <a:lnTo>
                  <a:pt x="2137975" y="1176604"/>
                </a:lnTo>
                <a:lnTo>
                  <a:pt x="2122555" y="1280621"/>
                </a:lnTo>
                <a:lnTo>
                  <a:pt x="2096998" y="1382624"/>
                </a:lnTo>
                <a:lnTo>
                  <a:pt x="2061572" y="1481637"/>
                </a:lnTo>
                <a:lnTo>
                  <a:pt x="2016609" y="1576707"/>
                </a:lnTo>
                <a:lnTo>
                  <a:pt x="1962548" y="1666901"/>
                </a:lnTo>
                <a:lnTo>
                  <a:pt x="1899904" y="1751362"/>
                </a:lnTo>
                <a:lnTo>
                  <a:pt x="1829284" y="1829283"/>
                </a:lnTo>
                <a:lnTo>
                  <a:pt x="1751363" y="1899903"/>
                </a:lnTo>
                <a:lnTo>
                  <a:pt x="1666902" y="1962547"/>
                </a:lnTo>
                <a:lnTo>
                  <a:pt x="1576708" y="2016607"/>
                </a:lnTo>
                <a:lnTo>
                  <a:pt x="1481638" y="2061570"/>
                </a:lnTo>
                <a:lnTo>
                  <a:pt x="1382625" y="2096996"/>
                </a:lnTo>
                <a:lnTo>
                  <a:pt x="1280623" y="2122553"/>
                </a:lnTo>
                <a:lnTo>
                  <a:pt x="1176605" y="2137973"/>
                </a:lnTo>
                <a:lnTo>
                  <a:pt x="1071570" y="2143138"/>
                </a:lnTo>
                <a:lnTo>
                  <a:pt x="966535" y="2137973"/>
                </a:lnTo>
                <a:lnTo>
                  <a:pt x="862517" y="2122553"/>
                </a:lnTo>
                <a:lnTo>
                  <a:pt x="760515" y="2096996"/>
                </a:lnTo>
                <a:lnTo>
                  <a:pt x="661502" y="2061570"/>
                </a:lnTo>
                <a:lnTo>
                  <a:pt x="566432" y="2016607"/>
                </a:lnTo>
                <a:lnTo>
                  <a:pt x="476238" y="1962547"/>
                </a:lnTo>
                <a:lnTo>
                  <a:pt x="391777" y="1899903"/>
                </a:lnTo>
                <a:lnTo>
                  <a:pt x="313856" y="1829283"/>
                </a:lnTo>
                <a:lnTo>
                  <a:pt x="243236" y="1751362"/>
                </a:lnTo>
                <a:lnTo>
                  <a:pt x="180592" y="1666901"/>
                </a:lnTo>
                <a:lnTo>
                  <a:pt x="126531" y="1576707"/>
                </a:lnTo>
                <a:lnTo>
                  <a:pt x="81568" y="1481637"/>
                </a:lnTo>
                <a:lnTo>
                  <a:pt x="46142" y="1382624"/>
                </a:lnTo>
                <a:lnTo>
                  <a:pt x="20585" y="1280621"/>
                </a:lnTo>
                <a:lnTo>
                  <a:pt x="5165" y="1176604"/>
                </a:lnTo>
                <a:lnTo>
                  <a:pt x="0" y="1071569"/>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a:latin typeface="Franklin Gothic Book" panose="020B0503020102020204" pitchFamily="34" charset="0"/>
            </a:endParaRPr>
          </a:p>
        </p:txBody>
      </p:sp>
      <p:sp>
        <p:nvSpPr>
          <p:cNvPr id="15" name="Freeform 22">
            <a:extLst>
              <a:ext uri="{FF2B5EF4-FFF2-40B4-BE49-F238E27FC236}">
                <a16:creationId xmlns:a16="http://schemas.microsoft.com/office/drawing/2014/main" id="{5A7B7829-686F-4970-A43D-45A462C2C4A9}"/>
              </a:ext>
            </a:extLst>
          </p:cNvPr>
          <p:cNvSpPr/>
          <p:nvPr userDrawn="1"/>
        </p:nvSpPr>
        <p:spPr>
          <a:xfrm>
            <a:off x="4769768" y="1459436"/>
            <a:ext cx="767554" cy="767554"/>
          </a:xfrm>
          <a:custGeom>
            <a:avLst/>
            <a:gdLst>
              <a:gd name="connsiteX0" fmla="*/ 0 w 2143140"/>
              <a:gd name="connsiteY0" fmla="*/ 1071569 h 2143138"/>
              <a:gd name="connsiteX1" fmla="*/ 5165 w 2143140"/>
              <a:gd name="connsiteY1" fmla="*/ 966534 h 2143138"/>
              <a:gd name="connsiteX2" fmla="*/ 20585 w 2143140"/>
              <a:gd name="connsiteY2" fmla="*/ 862517 h 2143138"/>
              <a:gd name="connsiteX3" fmla="*/ 46142 w 2143140"/>
              <a:gd name="connsiteY3" fmla="*/ 760514 h 2143138"/>
              <a:gd name="connsiteX4" fmla="*/ 81568 w 2143140"/>
              <a:gd name="connsiteY4" fmla="*/ 661501 h 2143138"/>
              <a:gd name="connsiteX5" fmla="*/ 126531 w 2143140"/>
              <a:gd name="connsiteY5" fmla="*/ 566431 h 2143138"/>
              <a:gd name="connsiteX6" fmla="*/ 180592 w 2143140"/>
              <a:gd name="connsiteY6" fmla="*/ 476237 h 2143138"/>
              <a:gd name="connsiteX7" fmla="*/ 243236 w 2143140"/>
              <a:gd name="connsiteY7" fmla="*/ 391776 h 2143138"/>
              <a:gd name="connsiteX8" fmla="*/ 313856 w 2143140"/>
              <a:gd name="connsiteY8" fmla="*/ 313855 h 2143138"/>
              <a:gd name="connsiteX9" fmla="*/ 391777 w 2143140"/>
              <a:gd name="connsiteY9" fmla="*/ 243235 h 2143138"/>
              <a:gd name="connsiteX10" fmla="*/ 476238 w 2143140"/>
              <a:gd name="connsiteY10" fmla="*/ 180591 h 2143138"/>
              <a:gd name="connsiteX11" fmla="*/ 566432 w 2143140"/>
              <a:gd name="connsiteY11" fmla="*/ 126531 h 2143138"/>
              <a:gd name="connsiteX12" fmla="*/ 661502 w 2143140"/>
              <a:gd name="connsiteY12" fmla="*/ 81568 h 2143138"/>
              <a:gd name="connsiteX13" fmla="*/ 760515 w 2143140"/>
              <a:gd name="connsiteY13" fmla="*/ 46142 h 2143138"/>
              <a:gd name="connsiteX14" fmla="*/ 862517 w 2143140"/>
              <a:gd name="connsiteY14" fmla="*/ 20585 h 2143138"/>
              <a:gd name="connsiteX15" fmla="*/ 966535 w 2143140"/>
              <a:gd name="connsiteY15" fmla="*/ 5165 h 2143138"/>
              <a:gd name="connsiteX16" fmla="*/ 1071570 w 2143140"/>
              <a:gd name="connsiteY16" fmla="*/ 0 h 2143138"/>
              <a:gd name="connsiteX17" fmla="*/ 1176605 w 2143140"/>
              <a:gd name="connsiteY17" fmla="*/ 5165 h 2143138"/>
              <a:gd name="connsiteX18" fmla="*/ 1280623 w 2143140"/>
              <a:gd name="connsiteY18" fmla="*/ 20585 h 2143138"/>
              <a:gd name="connsiteX19" fmla="*/ 1382625 w 2143140"/>
              <a:gd name="connsiteY19" fmla="*/ 46142 h 2143138"/>
              <a:gd name="connsiteX20" fmla="*/ 1481638 w 2143140"/>
              <a:gd name="connsiteY20" fmla="*/ 81568 h 2143138"/>
              <a:gd name="connsiteX21" fmla="*/ 1576708 w 2143140"/>
              <a:gd name="connsiteY21" fmla="*/ 126531 h 2143138"/>
              <a:gd name="connsiteX22" fmla="*/ 1666902 w 2143140"/>
              <a:gd name="connsiteY22" fmla="*/ 180591 h 2143138"/>
              <a:gd name="connsiteX23" fmla="*/ 1751363 w 2143140"/>
              <a:gd name="connsiteY23" fmla="*/ 243235 h 2143138"/>
              <a:gd name="connsiteX24" fmla="*/ 1829284 w 2143140"/>
              <a:gd name="connsiteY24" fmla="*/ 313855 h 2143138"/>
              <a:gd name="connsiteX25" fmla="*/ 1899904 w 2143140"/>
              <a:gd name="connsiteY25" fmla="*/ 391776 h 2143138"/>
              <a:gd name="connsiteX26" fmla="*/ 1962548 w 2143140"/>
              <a:gd name="connsiteY26" fmla="*/ 476237 h 2143138"/>
              <a:gd name="connsiteX27" fmla="*/ 2016609 w 2143140"/>
              <a:gd name="connsiteY27" fmla="*/ 566431 h 2143138"/>
              <a:gd name="connsiteX28" fmla="*/ 2061572 w 2143140"/>
              <a:gd name="connsiteY28" fmla="*/ 661501 h 2143138"/>
              <a:gd name="connsiteX29" fmla="*/ 2096998 w 2143140"/>
              <a:gd name="connsiteY29" fmla="*/ 760514 h 2143138"/>
              <a:gd name="connsiteX30" fmla="*/ 2122555 w 2143140"/>
              <a:gd name="connsiteY30" fmla="*/ 862517 h 2143138"/>
              <a:gd name="connsiteX31" fmla="*/ 2137975 w 2143140"/>
              <a:gd name="connsiteY31" fmla="*/ 966534 h 2143138"/>
              <a:gd name="connsiteX32" fmla="*/ 2143140 w 2143140"/>
              <a:gd name="connsiteY32" fmla="*/ 1071569 h 2143138"/>
              <a:gd name="connsiteX33" fmla="*/ 2137975 w 2143140"/>
              <a:gd name="connsiteY33" fmla="*/ 1176604 h 2143138"/>
              <a:gd name="connsiteX34" fmla="*/ 2122555 w 2143140"/>
              <a:gd name="connsiteY34" fmla="*/ 1280621 h 2143138"/>
              <a:gd name="connsiteX35" fmla="*/ 2096998 w 2143140"/>
              <a:gd name="connsiteY35" fmla="*/ 1382624 h 2143138"/>
              <a:gd name="connsiteX36" fmla="*/ 2061572 w 2143140"/>
              <a:gd name="connsiteY36" fmla="*/ 1481637 h 2143138"/>
              <a:gd name="connsiteX37" fmla="*/ 2016609 w 2143140"/>
              <a:gd name="connsiteY37" fmla="*/ 1576707 h 2143138"/>
              <a:gd name="connsiteX38" fmla="*/ 1962548 w 2143140"/>
              <a:gd name="connsiteY38" fmla="*/ 1666901 h 2143138"/>
              <a:gd name="connsiteX39" fmla="*/ 1899904 w 2143140"/>
              <a:gd name="connsiteY39" fmla="*/ 1751362 h 2143138"/>
              <a:gd name="connsiteX40" fmla="*/ 1829284 w 2143140"/>
              <a:gd name="connsiteY40" fmla="*/ 1829283 h 2143138"/>
              <a:gd name="connsiteX41" fmla="*/ 1751363 w 2143140"/>
              <a:gd name="connsiteY41" fmla="*/ 1899903 h 2143138"/>
              <a:gd name="connsiteX42" fmla="*/ 1666902 w 2143140"/>
              <a:gd name="connsiteY42" fmla="*/ 1962547 h 2143138"/>
              <a:gd name="connsiteX43" fmla="*/ 1576708 w 2143140"/>
              <a:gd name="connsiteY43" fmla="*/ 2016607 h 2143138"/>
              <a:gd name="connsiteX44" fmla="*/ 1481638 w 2143140"/>
              <a:gd name="connsiteY44" fmla="*/ 2061570 h 2143138"/>
              <a:gd name="connsiteX45" fmla="*/ 1382625 w 2143140"/>
              <a:gd name="connsiteY45" fmla="*/ 2096996 h 2143138"/>
              <a:gd name="connsiteX46" fmla="*/ 1280623 w 2143140"/>
              <a:gd name="connsiteY46" fmla="*/ 2122553 h 2143138"/>
              <a:gd name="connsiteX47" fmla="*/ 1176605 w 2143140"/>
              <a:gd name="connsiteY47" fmla="*/ 2137973 h 2143138"/>
              <a:gd name="connsiteX48" fmla="*/ 1071570 w 2143140"/>
              <a:gd name="connsiteY48" fmla="*/ 2143138 h 2143138"/>
              <a:gd name="connsiteX49" fmla="*/ 966535 w 2143140"/>
              <a:gd name="connsiteY49" fmla="*/ 2137973 h 2143138"/>
              <a:gd name="connsiteX50" fmla="*/ 862517 w 2143140"/>
              <a:gd name="connsiteY50" fmla="*/ 2122553 h 2143138"/>
              <a:gd name="connsiteX51" fmla="*/ 760515 w 2143140"/>
              <a:gd name="connsiteY51" fmla="*/ 2096996 h 2143138"/>
              <a:gd name="connsiteX52" fmla="*/ 661502 w 2143140"/>
              <a:gd name="connsiteY52" fmla="*/ 2061570 h 2143138"/>
              <a:gd name="connsiteX53" fmla="*/ 566432 w 2143140"/>
              <a:gd name="connsiteY53" fmla="*/ 2016607 h 2143138"/>
              <a:gd name="connsiteX54" fmla="*/ 476238 w 2143140"/>
              <a:gd name="connsiteY54" fmla="*/ 1962547 h 2143138"/>
              <a:gd name="connsiteX55" fmla="*/ 391777 w 2143140"/>
              <a:gd name="connsiteY55" fmla="*/ 1899903 h 2143138"/>
              <a:gd name="connsiteX56" fmla="*/ 313856 w 2143140"/>
              <a:gd name="connsiteY56" fmla="*/ 1829283 h 2143138"/>
              <a:gd name="connsiteX57" fmla="*/ 243236 w 2143140"/>
              <a:gd name="connsiteY57" fmla="*/ 1751362 h 2143138"/>
              <a:gd name="connsiteX58" fmla="*/ 180592 w 2143140"/>
              <a:gd name="connsiteY58" fmla="*/ 1666901 h 2143138"/>
              <a:gd name="connsiteX59" fmla="*/ 126531 w 2143140"/>
              <a:gd name="connsiteY59" fmla="*/ 1576707 h 2143138"/>
              <a:gd name="connsiteX60" fmla="*/ 81568 w 2143140"/>
              <a:gd name="connsiteY60" fmla="*/ 1481637 h 2143138"/>
              <a:gd name="connsiteX61" fmla="*/ 46142 w 2143140"/>
              <a:gd name="connsiteY61" fmla="*/ 1382624 h 2143138"/>
              <a:gd name="connsiteX62" fmla="*/ 20585 w 2143140"/>
              <a:gd name="connsiteY62" fmla="*/ 1280621 h 2143138"/>
              <a:gd name="connsiteX63" fmla="*/ 5165 w 2143140"/>
              <a:gd name="connsiteY63" fmla="*/ 1176604 h 2143138"/>
              <a:gd name="connsiteX64" fmla="*/ 0 w 2143140"/>
              <a:gd name="connsiteY64" fmla="*/ 1071569 h 214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43140" h="2143138">
                <a:moveTo>
                  <a:pt x="0" y="1071569"/>
                </a:moveTo>
                <a:lnTo>
                  <a:pt x="5165" y="966534"/>
                </a:lnTo>
                <a:lnTo>
                  <a:pt x="20585" y="862517"/>
                </a:lnTo>
                <a:lnTo>
                  <a:pt x="46142" y="760514"/>
                </a:lnTo>
                <a:lnTo>
                  <a:pt x="81568" y="661501"/>
                </a:lnTo>
                <a:lnTo>
                  <a:pt x="126531" y="566431"/>
                </a:lnTo>
                <a:lnTo>
                  <a:pt x="180592" y="476237"/>
                </a:lnTo>
                <a:lnTo>
                  <a:pt x="243236" y="391776"/>
                </a:lnTo>
                <a:lnTo>
                  <a:pt x="313856" y="313855"/>
                </a:lnTo>
                <a:lnTo>
                  <a:pt x="391777" y="243235"/>
                </a:lnTo>
                <a:lnTo>
                  <a:pt x="476238" y="180591"/>
                </a:lnTo>
                <a:lnTo>
                  <a:pt x="566432" y="126531"/>
                </a:lnTo>
                <a:lnTo>
                  <a:pt x="661502" y="81568"/>
                </a:lnTo>
                <a:lnTo>
                  <a:pt x="760515" y="46142"/>
                </a:lnTo>
                <a:lnTo>
                  <a:pt x="862517" y="20585"/>
                </a:lnTo>
                <a:lnTo>
                  <a:pt x="966535" y="5165"/>
                </a:lnTo>
                <a:lnTo>
                  <a:pt x="1071570" y="0"/>
                </a:lnTo>
                <a:lnTo>
                  <a:pt x="1176605" y="5165"/>
                </a:lnTo>
                <a:lnTo>
                  <a:pt x="1280623" y="20585"/>
                </a:lnTo>
                <a:lnTo>
                  <a:pt x="1382625" y="46142"/>
                </a:lnTo>
                <a:lnTo>
                  <a:pt x="1481638" y="81568"/>
                </a:lnTo>
                <a:lnTo>
                  <a:pt x="1576708" y="126531"/>
                </a:lnTo>
                <a:lnTo>
                  <a:pt x="1666902" y="180591"/>
                </a:lnTo>
                <a:lnTo>
                  <a:pt x="1751363" y="243235"/>
                </a:lnTo>
                <a:lnTo>
                  <a:pt x="1829284" y="313855"/>
                </a:lnTo>
                <a:lnTo>
                  <a:pt x="1899904" y="391776"/>
                </a:lnTo>
                <a:lnTo>
                  <a:pt x="1962548" y="476237"/>
                </a:lnTo>
                <a:lnTo>
                  <a:pt x="2016609" y="566431"/>
                </a:lnTo>
                <a:lnTo>
                  <a:pt x="2061572" y="661501"/>
                </a:lnTo>
                <a:lnTo>
                  <a:pt x="2096998" y="760514"/>
                </a:lnTo>
                <a:lnTo>
                  <a:pt x="2122555" y="862517"/>
                </a:lnTo>
                <a:lnTo>
                  <a:pt x="2137975" y="966534"/>
                </a:lnTo>
                <a:lnTo>
                  <a:pt x="2143140" y="1071569"/>
                </a:lnTo>
                <a:lnTo>
                  <a:pt x="2137975" y="1176604"/>
                </a:lnTo>
                <a:lnTo>
                  <a:pt x="2122555" y="1280621"/>
                </a:lnTo>
                <a:lnTo>
                  <a:pt x="2096998" y="1382624"/>
                </a:lnTo>
                <a:lnTo>
                  <a:pt x="2061572" y="1481637"/>
                </a:lnTo>
                <a:lnTo>
                  <a:pt x="2016609" y="1576707"/>
                </a:lnTo>
                <a:lnTo>
                  <a:pt x="1962548" y="1666901"/>
                </a:lnTo>
                <a:lnTo>
                  <a:pt x="1899904" y="1751362"/>
                </a:lnTo>
                <a:lnTo>
                  <a:pt x="1829284" y="1829283"/>
                </a:lnTo>
                <a:lnTo>
                  <a:pt x="1751363" y="1899903"/>
                </a:lnTo>
                <a:lnTo>
                  <a:pt x="1666902" y="1962547"/>
                </a:lnTo>
                <a:lnTo>
                  <a:pt x="1576708" y="2016607"/>
                </a:lnTo>
                <a:lnTo>
                  <a:pt x="1481638" y="2061570"/>
                </a:lnTo>
                <a:lnTo>
                  <a:pt x="1382625" y="2096996"/>
                </a:lnTo>
                <a:lnTo>
                  <a:pt x="1280623" y="2122553"/>
                </a:lnTo>
                <a:lnTo>
                  <a:pt x="1176605" y="2137973"/>
                </a:lnTo>
                <a:lnTo>
                  <a:pt x="1071570" y="2143138"/>
                </a:lnTo>
                <a:lnTo>
                  <a:pt x="966535" y="2137973"/>
                </a:lnTo>
                <a:lnTo>
                  <a:pt x="862517" y="2122553"/>
                </a:lnTo>
                <a:lnTo>
                  <a:pt x="760515" y="2096996"/>
                </a:lnTo>
                <a:lnTo>
                  <a:pt x="661502" y="2061570"/>
                </a:lnTo>
                <a:lnTo>
                  <a:pt x="566432" y="2016607"/>
                </a:lnTo>
                <a:lnTo>
                  <a:pt x="476238" y="1962547"/>
                </a:lnTo>
                <a:lnTo>
                  <a:pt x="391777" y="1899903"/>
                </a:lnTo>
                <a:lnTo>
                  <a:pt x="313856" y="1829283"/>
                </a:lnTo>
                <a:lnTo>
                  <a:pt x="243236" y="1751362"/>
                </a:lnTo>
                <a:lnTo>
                  <a:pt x="180592" y="1666901"/>
                </a:lnTo>
                <a:lnTo>
                  <a:pt x="126531" y="1576707"/>
                </a:lnTo>
                <a:lnTo>
                  <a:pt x="81568" y="1481637"/>
                </a:lnTo>
                <a:lnTo>
                  <a:pt x="46142" y="1382624"/>
                </a:lnTo>
                <a:lnTo>
                  <a:pt x="20585" y="1280621"/>
                </a:lnTo>
                <a:lnTo>
                  <a:pt x="5165" y="1176604"/>
                </a:lnTo>
                <a:lnTo>
                  <a:pt x="0" y="1071569"/>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a:latin typeface="Franklin Gothic Book" panose="020B0503020102020204" pitchFamily="34" charset="0"/>
            </a:endParaRPr>
          </a:p>
        </p:txBody>
      </p:sp>
      <p:sp>
        <p:nvSpPr>
          <p:cNvPr id="17" name="Freeform 13">
            <a:extLst>
              <a:ext uri="{FF2B5EF4-FFF2-40B4-BE49-F238E27FC236}">
                <a16:creationId xmlns:a16="http://schemas.microsoft.com/office/drawing/2014/main" id="{CD0C1706-124E-4271-BFC0-408305E83872}"/>
              </a:ext>
            </a:extLst>
          </p:cNvPr>
          <p:cNvSpPr/>
          <p:nvPr/>
        </p:nvSpPr>
        <p:spPr>
          <a:xfrm>
            <a:off x="4273561" y="5343531"/>
            <a:ext cx="768096" cy="768096"/>
          </a:xfrm>
          <a:custGeom>
            <a:avLst/>
            <a:gdLst>
              <a:gd name="connsiteX0" fmla="*/ 0 w 2143140"/>
              <a:gd name="connsiteY0" fmla="*/ 1071569 h 2143138"/>
              <a:gd name="connsiteX1" fmla="*/ 5165 w 2143140"/>
              <a:gd name="connsiteY1" fmla="*/ 966534 h 2143138"/>
              <a:gd name="connsiteX2" fmla="*/ 20585 w 2143140"/>
              <a:gd name="connsiteY2" fmla="*/ 862517 h 2143138"/>
              <a:gd name="connsiteX3" fmla="*/ 46142 w 2143140"/>
              <a:gd name="connsiteY3" fmla="*/ 760514 h 2143138"/>
              <a:gd name="connsiteX4" fmla="*/ 81568 w 2143140"/>
              <a:gd name="connsiteY4" fmla="*/ 661501 h 2143138"/>
              <a:gd name="connsiteX5" fmla="*/ 126531 w 2143140"/>
              <a:gd name="connsiteY5" fmla="*/ 566431 h 2143138"/>
              <a:gd name="connsiteX6" fmla="*/ 180592 w 2143140"/>
              <a:gd name="connsiteY6" fmla="*/ 476237 h 2143138"/>
              <a:gd name="connsiteX7" fmla="*/ 243236 w 2143140"/>
              <a:gd name="connsiteY7" fmla="*/ 391776 h 2143138"/>
              <a:gd name="connsiteX8" fmla="*/ 313856 w 2143140"/>
              <a:gd name="connsiteY8" fmla="*/ 313855 h 2143138"/>
              <a:gd name="connsiteX9" fmla="*/ 391777 w 2143140"/>
              <a:gd name="connsiteY9" fmla="*/ 243235 h 2143138"/>
              <a:gd name="connsiteX10" fmla="*/ 476238 w 2143140"/>
              <a:gd name="connsiteY10" fmla="*/ 180591 h 2143138"/>
              <a:gd name="connsiteX11" fmla="*/ 566432 w 2143140"/>
              <a:gd name="connsiteY11" fmla="*/ 126531 h 2143138"/>
              <a:gd name="connsiteX12" fmla="*/ 661502 w 2143140"/>
              <a:gd name="connsiteY12" fmla="*/ 81568 h 2143138"/>
              <a:gd name="connsiteX13" fmla="*/ 760515 w 2143140"/>
              <a:gd name="connsiteY13" fmla="*/ 46142 h 2143138"/>
              <a:gd name="connsiteX14" fmla="*/ 862517 w 2143140"/>
              <a:gd name="connsiteY14" fmla="*/ 20585 h 2143138"/>
              <a:gd name="connsiteX15" fmla="*/ 966535 w 2143140"/>
              <a:gd name="connsiteY15" fmla="*/ 5165 h 2143138"/>
              <a:gd name="connsiteX16" fmla="*/ 1071570 w 2143140"/>
              <a:gd name="connsiteY16" fmla="*/ 0 h 2143138"/>
              <a:gd name="connsiteX17" fmla="*/ 1176605 w 2143140"/>
              <a:gd name="connsiteY17" fmla="*/ 5165 h 2143138"/>
              <a:gd name="connsiteX18" fmla="*/ 1280623 w 2143140"/>
              <a:gd name="connsiteY18" fmla="*/ 20585 h 2143138"/>
              <a:gd name="connsiteX19" fmla="*/ 1382625 w 2143140"/>
              <a:gd name="connsiteY19" fmla="*/ 46142 h 2143138"/>
              <a:gd name="connsiteX20" fmla="*/ 1481638 w 2143140"/>
              <a:gd name="connsiteY20" fmla="*/ 81568 h 2143138"/>
              <a:gd name="connsiteX21" fmla="*/ 1576708 w 2143140"/>
              <a:gd name="connsiteY21" fmla="*/ 126531 h 2143138"/>
              <a:gd name="connsiteX22" fmla="*/ 1666902 w 2143140"/>
              <a:gd name="connsiteY22" fmla="*/ 180591 h 2143138"/>
              <a:gd name="connsiteX23" fmla="*/ 1751363 w 2143140"/>
              <a:gd name="connsiteY23" fmla="*/ 243235 h 2143138"/>
              <a:gd name="connsiteX24" fmla="*/ 1829284 w 2143140"/>
              <a:gd name="connsiteY24" fmla="*/ 313855 h 2143138"/>
              <a:gd name="connsiteX25" fmla="*/ 1899904 w 2143140"/>
              <a:gd name="connsiteY25" fmla="*/ 391776 h 2143138"/>
              <a:gd name="connsiteX26" fmla="*/ 1962548 w 2143140"/>
              <a:gd name="connsiteY26" fmla="*/ 476237 h 2143138"/>
              <a:gd name="connsiteX27" fmla="*/ 2016609 w 2143140"/>
              <a:gd name="connsiteY27" fmla="*/ 566431 h 2143138"/>
              <a:gd name="connsiteX28" fmla="*/ 2061572 w 2143140"/>
              <a:gd name="connsiteY28" fmla="*/ 661501 h 2143138"/>
              <a:gd name="connsiteX29" fmla="*/ 2096998 w 2143140"/>
              <a:gd name="connsiteY29" fmla="*/ 760514 h 2143138"/>
              <a:gd name="connsiteX30" fmla="*/ 2122555 w 2143140"/>
              <a:gd name="connsiteY30" fmla="*/ 862517 h 2143138"/>
              <a:gd name="connsiteX31" fmla="*/ 2137975 w 2143140"/>
              <a:gd name="connsiteY31" fmla="*/ 966534 h 2143138"/>
              <a:gd name="connsiteX32" fmla="*/ 2143140 w 2143140"/>
              <a:gd name="connsiteY32" fmla="*/ 1071569 h 2143138"/>
              <a:gd name="connsiteX33" fmla="*/ 2137975 w 2143140"/>
              <a:gd name="connsiteY33" fmla="*/ 1176604 h 2143138"/>
              <a:gd name="connsiteX34" fmla="*/ 2122555 w 2143140"/>
              <a:gd name="connsiteY34" fmla="*/ 1280621 h 2143138"/>
              <a:gd name="connsiteX35" fmla="*/ 2096998 w 2143140"/>
              <a:gd name="connsiteY35" fmla="*/ 1382624 h 2143138"/>
              <a:gd name="connsiteX36" fmla="*/ 2061572 w 2143140"/>
              <a:gd name="connsiteY36" fmla="*/ 1481637 h 2143138"/>
              <a:gd name="connsiteX37" fmla="*/ 2016609 w 2143140"/>
              <a:gd name="connsiteY37" fmla="*/ 1576707 h 2143138"/>
              <a:gd name="connsiteX38" fmla="*/ 1962548 w 2143140"/>
              <a:gd name="connsiteY38" fmla="*/ 1666901 h 2143138"/>
              <a:gd name="connsiteX39" fmla="*/ 1899904 w 2143140"/>
              <a:gd name="connsiteY39" fmla="*/ 1751362 h 2143138"/>
              <a:gd name="connsiteX40" fmla="*/ 1829284 w 2143140"/>
              <a:gd name="connsiteY40" fmla="*/ 1829283 h 2143138"/>
              <a:gd name="connsiteX41" fmla="*/ 1751363 w 2143140"/>
              <a:gd name="connsiteY41" fmla="*/ 1899903 h 2143138"/>
              <a:gd name="connsiteX42" fmla="*/ 1666902 w 2143140"/>
              <a:gd name="connsiteY42" fmla="*/ 1962547 h 2143138"/>
              <a:gd name="connsiteX43" fmla="*/ 1576708 w 2143140"/>
              <a:gd name="connsiteY43" fmla="*/ 2016607 h 2143138"/>
              <a:gd name="connsiteX44" fmla="*/ 1481638 w 2143140"/>
              <a:gd name="connsiteY44" fmla="*/ 2061570 h 2143138"/>
              <a:gd name="connsiteX45" fmla="*/ 1382625 w 2143140"/>
              <a:gd name="connsiteY45" fmla="*/ 2096996 h 2143138"/>
              <a:gd name="connsiteX46" fmla="*/ 1280623 w 2143140"/>
              <a:gd name="connsiteY46" fmla="*/ 2122553 h 2143138"/>
              <a:gd name="connsiteX47" fmla="*/ 1176605 w 2143140"/>
              <a:gd name="connsiteY47" fmla="*/ 2137973 h 2143138"/>
              <a:gd name="connsiteX48" fmla="*/ 1071570 w 2143140"/>
              <a:gd name="connsiteY48" fmla="*/ 2143138 h 2143138"/>
              <a:gd name="connsiteX49" fmla="*/ 966535 w 2143140"/>
              <a:gd name="connsiteY49" fmla="*/ 2137973 h 2143138"/>
              <a:gd name="connsiteX50" fmla="*/ 862517 w 2143140"/>
              <a:gd name="connsiteY50" fmla="*/ 2122553 h 2143138"/>
              <a:gd name="connsiteX51" fmla="*/ 760515 w 2143140"/>
              <a:gd name="connsiteY51" fmla="*/ 2096996 h 2143138"/>
              <a:gd name="connsiteX52" fmla="*/ 661502 w 2143140"/>
              <a:gd name="connsiteY52" fmla="*/ 2061570 h 2143138"/>
              <a:gd name="connsiteX53" fmla="*/ 566432 w 2143140"/>
              <a:gd name="connsiteY53" fmla="*/ 2016607 h 2143138"/>
              <a:gd name="connsiteX54" fmla="*/ 476238 w 2143140"/>
              <a:gd name="connsiteY54" fmla="*/ 1962547 h 2143138"/>
              <a:gd name="connsiteX55" fmla="*/ 391777 w 2143140"/>
              <a:gd name="connsiteY55" fmla="*/ 1899903 h 2143138"/>
              <a:gd name="connsiteX56" fmla="*/ 313856 w 2143140"/>
              <a:gd name="connsiteY56" fmla="*/ 1829283 h 2143138"/>
              <a:gd name="connsiteX57" fmla="*/ 243236 w 2143140"/>
              <a:gd name="connsiteY57" fmla="*/ 1751362 h 2143138"/>
              <a:gd name="connsiteX58" fmla="*/ 180592 w 2143140"/>
              <a:gd name="connsiteY58" fmla="*/ 1666901 h 2143138"/>
              <a:gd name="connsiteX59" fmla="*/ 126531 w 2143140"/>
              <a:gd name="connsiteY59" fmla="*/ 1576707 h 2143138"/>
              <a:gd name="connsiteX60" fmla="*/ 81568 w 2143140"/>
              <a:gd name="connsiteY60" fmla="*/ 1481637 h 2143138"/>
              <a:gd name="connsiteX61" fmla="*/ 46142 w 2143140"/>
              <a:gd name="connsiteY61" fmla="*/ 1382624 h 2143138"/>
              <a:gd name="connsiteX62" fmla="*/ 20585 w 2143140"/>
              <a:gd name="connsiteY62" fmla="*/ 1280621 h 2143138"/>
              <a:gd name="connsiteX63" fmla="*/ 5165 w 2143140"/>
              <a:gd name="connsiteY63" fmla="*/ 1176604 h 2143138"/>
              <a:gd name="connsiteX64" fmla="*/ 0 w 2143140"/>
              <a:gd name="connsiteY64" fmla="*/ 1071569 h 214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43140" h="2143138">
                <a:moveTo>
                  <a:pt x="0" y="1071569"/>
                </a:moveTo>
                <a:lnTo>
                  <a:pt x="5165" y="966534"/>
                </a:lnTo>
                <a:lnTo>
                  <a:pt x="20585" y="862517"/>
                </a:lnTo>
                <a:lnTo>
                  <a:pt x="46142" y="760514"/>
                </a:lnTo>
                <a:lnTo>
                  <a:pt x="81568" y="661501"/>
                </a:lnTo>
                <a:lnTo>
                  <a:pt x="126531" y="566431"/>
                </a:lnTo>
                <a:lnTo>
                  <a:pt x="180592" y="476237"/>
                </a:lnTo>
                <a:lnTo>
                  <a:pt x="243236" y="391776"/>
                </a:lnTo>
                <a:lnTo>
                  <a:pt x="313856" y="313855"/>
                </a:lnTo>
                <a:lnTo>
                  <a:pt x="391777" y="243235"/>
                </a:lnTo>
                <a:lnTo>
                  <a:pt x="476238" y="180591"/>
                </a:lnTo>
                <a:lnTo>
                  <a:pt x="566432" y="126531"/>
                </a:lnTo>
                <a:lnTo>
                  <a:pt x="661502" y="81568"/>
                </a:lnTo>
                <a:lnTo>
                  <a:pt x="760515" y="46142"/>
                </a:lnTo>
                <a:lnTo>
                  <a:pt x="862517" y="20585"/>
                </a:lnTo>
                <a:lnTo>
                  <a:pt x="966535" y="5165"/>
                </a:lnTo>
                <a:lnTo>
                  <a:pt x="1071570" y="0"/>
                </a:lnTo>
                <a:lnTo>
                  <a:pt x="1176605" y="5165"/>
                </a:lnTo>
                <a:lnTo>
                  <a:pt x="1280623" y="20585"/>
                </a:lnTo>
                <a:lnTo>
                  <a:pt x="1382625" y="46142"/>
                </a:lnTo>
                <a:lnTo>
                  <a:pt x="1481638" y="81568"/>
                </a:lnTo>
                <a:lnTo>
                  <a:pt x="1576708" y="126531"/>
                </a:lnTo>
                <a:lnTo>
                  <a:pt x="1666902" y="180591"/>
                </a:lnTo>
                <a:lnTo>
                  <a:pt x="1751363" y="243235"/>
                </a:lnTo>
                <a:lnTo>
                  <a:pt x="1829284" y="313855"/>
                </a:lnTo>
                <a:lnTo>
                  <a:pt x="1899904" y="391776"/>
                </a:lnTo>
                <a:lnTo>
                  <a:pt x="1962548" y="476237"/>
                </a:lnTo>
                <a:lnTo>
                  <a:pt x="2016609" y="566431"/>
                </a:lnTo>
                <a:lnTo>
                  <a:pt x="2061572" y="661501"/>
                </a:lnTo>
                <a:lnTo>
                  <a:pt x="2096998" y="760514"/>
                </a:lnTo>
                <a:lnTo>
                  <a:pt x="2122555" y="862517"/>
                </a:lnTo>
                <a:lnTo>
                  <a:pt x="2137975" y="966534"/>
                </a:lnTo>
                <a:lnTo>
                  <a:pt x="2143140" y="1071569"/>
                </a:lnTo>
                <a:lnTo>
                  <a:pt x="2137975" y="1176604"/>
                </a:lnTo>
                <a:lnTo>
                  <a:pt x="2122555" y="1280621"/>
                </a:lnTo>
                <a:lnTo>
                  <a:pt x="2096998" y="1382624"/>
                </a:lnTo>
                <a:lnTo>
                  <a:pt x="2061572" y="1481637"/>
                </a:lnTo>
                <a:lnTo>
                  <a:pt x="2016609" y="1576707"/>
                </a:lnTo>
                <a:lnTo>
                  <a:pt x="1962548" y="1666901"/>
                </a:lnTo>
                <a:lnTo>
                  <a:pt x="1899904" y="1751362"/>
                </a:lnTo>
                <a:lnTo>
                  <a:pt x="1829284" y="1829283"/>
                </a:lnTo>
                <a:lnTo>
                  <a:pt x="1751363" y="1899903"/>
                </a:lnTo>
                <a:lnTo>
                  <a:pt x="1666902" y="1962547"/>
                </a:lnTo>
                <a:lnTo>
                  <a:pt x="1576708" y="2016607"/>
                </a:lnTo>
                <a:lnTo>
                  <a:pt x="1481638" y="2061570"/>
                </a:lnTo>
                <a:lnTo>
                  <a:pt x="1382625" y="2096996"/>
                </a:lnTo>
                <a:lnTo>
                  <a:pt x="1280623" y="2122553"/>
                </a:lnTo>
                <a:lnTo>
                  <a:pt x="1176605" y="2137973"/>
                </a:lnTo>
                <a:lnTo>
                  <a:pt x="1071570" y="2143138"/>
                </a:lnTo>
                <a:lnTo>
                  <a:pt x="966535" y="2137973"/>
                </a:lnTo>
                <a:lnTo>
                  <a:pt x="862517" y="2122553"/>
                </a:lnTo>
                <a:lnTo>
                  <a:pt x="760515" y="2096996"/>
                </a:lnTo>
                <a:lnTo>
                  <a:pt x="661502" y="2061570"/>
                </a:lnTo>
                <a:lnTo>
                  <a:pt x="566432" y="2016607"/>
                </a:lnTo>
                <a:lnTo>
                  <a:pt x="476238" y="1962547"/>
                </a:lnTo>
                <a:lnTo>
                  <a:pt x="391777" y="1899903"/>
                </a:lnTo>
                <a:lnTo>
                  <a:pt x="313856" y="1829283"/>
                </a:lnTo>
                <a:lnTo>
                  <a:pt x="243236" y="1751362"/>
                </a:lnTo>
                <a:lnTo>
                  <a:pt x="180592" y="1666901"/>
                </a:lnTo>
                <a:lnTo>
                  <a:pt x="126531" y="1576707"/>
                </a:lnTo>
                <a:lnTo>
                  <a:pt x="81568" y="1481637"/>
                </a:lnTo>
                <a:lnTo>
                  <a:pt x="46142" y="1382624"/>
                </a:lnTo>
                <a:lnTo>
                  <a:pt x="20585" y="1280621"/>
                </a:lnTo>
                <a:lnTo>
                  <a:pt x="5165" y="1176604"/>
                </a:lnTo>
                <a:lnTo>
                  <a:pt x="0" y="1071569"/>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a:latin typeface="Franklin Gothic Book" panose="020B0503020102020204" pitchFamily="34" charset="0"/>
            </a:endParaRPr>
          </a:p>
        </p:txBody>
      </p:sp>
      <p:sp>
        <p:nvSpPr>
          <p:cNvPr id="41" name="Text Placeholder 15">
            <a:extLst>
              <a:ext uri="{FF2B5EF4-FFF2-40B4-BE49-F238E27FC236}">
                <a16:creationId xmlns:a16="http://schemas.microsoft.com/office/drawing/2014/main" id="{363F903E-ADC7-4DA3-99CE-61322251D866}"/>
              </a:ext>
            </a:extLst>
          </p:cNvPr>
          <p:cNvSpPr>
            <a:spLocks noGrp="1"/>
          </p:cNvSpPr>
          <p:nvPr userDrawn="1">
            <p:ph type="body" sz="quarter" idx="32" hasCustomPrompt="1"/>
          </p:nvPr>
        </p:nvSpPr>
        <p:spPr>
          <a:xfrm>
            <a:off x="6770255" y="1388007"/>
            <a:ext cx="4579744" cy="314253"/>
          </a:xfrm>
        </p:spPr>
        <p:txBody>
          <a:bodyPr wrap="square">
            <a:noAutofit/>
          </a:bodyPr>
          <a:lstStyle>
            <a:lvl1pPr marL="0" algn="l" defTabSz="914400" rtl="0" eaLnBrk="1" latinLnBrk="0" hangingPunct="1">
              <a:lnSpc>
                <a:spcPts val="2000"/>
              </a:lnSpc>
              <a:spcBef>
                <a:spcPts val="0"/>
              </a:spcBef>
              <a:defRPr lang="en-US" sz="2000" b="1" kern="1200" cap="all" baseline="0" dirty="0">
                <a:solidFill>
                  <a:schemeClr val="bg1"/>
                </a:solidFill>
                <a:latin typeface="+mj-lt"/>
                <a:ea typeface="+mn-ea"/>
                <a:cs typeface="Segoe UI Light" panose="020B0502040204020203" pitchFamily="34" charset="0"/>
              </a:defRPr>
            </a:lvl1pPr>
          </a:lstStyle>
          <a:p>
            <a:pPr lvl="0" defTabSz="914400">
              <a:lnSpc>
                <a:spcPts val="2100"/>
              </a:lnSpc>
            </a:pPr>
            <a:r>
              <a:rPr lang="en-US"/>
              <a:t>Topic 1</a:t>
            </a:r>
          </a:p>
        </p:txBody>
      </p:sp>
      <p:sp>
        <p:nvSpPr>
          <p:cNvPr id="42" name="Text Placeholder 15">
            <a:extLst>
              <a:ext uri="{FF2B5EF4-FFF2-40B4-BE49-F238E27FC236}">
                <a16:creationId xmlns:a16="http://schemas.microsoft.com/office/drawing/2014/main" id="{F6FF071A-A0FA-4A78-8896-DF4F119B3B96}"/>
              </a:ext>
            </a:extLst>
          </p:cNvPr>
          <p:cNvSpPr>
            <a:spLocks noGrp="1"/>
          </p:cNvSpPr>
          <p:nvPr userDrawn="1">
            <p:ph type="body" sz="quarter" idx="33"/>
          </p:nvPr>
        </p:nvSpPr>
        <p:spPr>
          <a:xfrm>
            <a:off x="6770255" y="1718879"/>
            <a:ext cx="4579744" cy="657505"/>
          </a:xfrm>
        </p:spPr>
        <p:txBody>
          <a:bodyPr wrap="square">
            <a:noAutofit/>
          </a:bodyPr>
          <a:lstStyle>
            <a:lvl1pPr algn="l">
              <a:lnSpc>
                <a:spcPts val="1800"/>
              </a:lnSpc>
              <a:spcBef>
                <a:spcPts val="0"/>
              </a:spcBef>
              <a:defRPr lang="en-US" sz="13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45" name="Text Placeholder 15">
            <a:extLst>
              <a:ext uri="{FF2B5EF4-FFF2-40B4-BE49-F238E27FC236}">
                <a16:creationId xmlns:a16="http://schemas.microsoft.com/office/drawing/2014/main" id="{FD8B5AF4-7315-430C-BB89-2CC7B5134623}"/>
              </a:ext>
            </a:extLst>
          </p:cNvPr>
          <p:cNvSpPr>
            <a:spLocks noGrp="1"/>
          </p:cNvSpPr>
          <p:nvPr userDrawn="1">
            <p:ph type="body" sz="quarter" idx="34" hasCustomPrompt="1"/>
          </p:nvPr>
        </p:nvSpPr>
        <p:spPr>
          <a:xfrm>
            <a:off x="6770255" y="2708265"/>
            <a:ext cx="4579744" cy="314253"/>
          </a:xfrm>
        </p:spPr>
        <p:txBody>
          <a:bodyPr wrap="square">
            <a:noAutofit/>
          </a:bodyPr>
          <a:lstStyle>
            <a:lvl1pPr marL="0" algn="l" defTabSz="914400" rtl="0" eaLnBrk="1" latinLnBrk="0" hangingPunct="1">
              <a:lnSpc>
                <a:spcPts val="2000"/>
              </a:lnSpc>
              <a:spcBef>
                <a:spcPts val="0"/>
              </a:spcBef>
              <a:defRPr lang="en-US" sz="2000" b="1" kern="1200" cap="all" baseline="0" dirty="0">
                <a:solidFill>
                  <a:schemeClr val="bg1"/>
                </a:solidFill>
                <a:latin typeface="+mj-lt"/>
                <a:ea typeface="+mn-ea"/>
                <a:cs typeface="Segoe UI Light" panose="020B0502040204020203" pitchFamily="34" charset="0"/>
              </a:defRPr>
            </a:lvl1pPr>
          </a:lstStyle>
          <a:p>
            <a:pPr lvl="0" defTabSz="914400">
              <a:lnSpc>
                <a:spcPts val="2100"/>
              </a:lnSpc>
            </a:pPr>
            <a:r>
              <a:rPr lang="en-US"/>
              <a:t>Topic 2</a:t>
            </a:r>
          </a:p>
        </p:txBody>
      </p:sp>
      <p:sp>
        <p:nvSpPr>
          <p:cNvPr id="46" name="Text Placeholder 15">
            <a:extLst>
              <a:ext uri="{FF2B5EF4-FFF2-40B4-BE49-F238E27FC236}">
                <a16:creationId xmlns:a16="http://schemas.microsoft.com/office/drawing/2014/main" id="{63736C82-9731-4C3E-8C0E-57D1BFE168E4}"/>
              </a:ext>
            </a:extLst>
          </p:cNvPr>
          <p:cNvSpPr>
            <a:spLocks noGrp="1"/>
          </p:cNvSpPr>
          <p:nvPr userDrawn="1">
            <p:ph type="body" sz="quarter" idx="35"/>
          </p:nvPr>
        </p:nvSpPr>
        <p:spPr>
          <a:xfrm>
            <a:off x="6770255" y="3039137"/>
            <a:ext cx="4579744" cy="657505"/>
          </a:xfrm>
        </p:spPr>
        <p:txBody>
          <a:bodyPr wrap="square">
            <a:noAutofit/>
          </a:bodyPr>
          <a:lstStyle>
            <a:lvl1pPr algn="l">
              <a:lnSpc>
                <a:spcPts val="1800"/>
              </a:lnSpc>
              <a:spcBef>
                <a:spcPts val="0"/>
              </a:spcBef>
              <a:defRPr lang="en-US" sz="13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49" name="Text Placeholder 15">
            <a:extLst>
              <a:ext uri="{FF2B5EF4-FFF2-40B4-BE49-F238E27FC236}">
                <a16:creationId xmlns:a16="http://schemas.microsoft.com/office/drawing/2014/main" id="{AEF2582B-C6DE-42F3-ACAA-3282C9D1002E}"/>
              </a:ext>
            </a:extLst>
          </p:cNvPr>
          <p:cNvSpPr>
            <a:spLocks noGrp="1"/>
          </p:cNvSpPr>
          <p:nvPr userDrawn="1">
            <p:ph type="body" sz="quarter" idx="36" hasCustomPrompt="1"/>
          </p:nvPr>
        </p:nvSpPr>
        <p:spPr>
          <a:xfrm>
            <a:off x="6770255" y="4017482"/>
            <a:ext cx="4579744" cy="314253"/>
          </a:xfrm>
        </p:spPr>
        <p:txBody>
          <a:bodyPr wrap="square">
            <a:noAutofit/>
          </a:bodyPr>
          <a:lstStyle>
            <a:lvl1pPr marL="0" algn="l" defTabSz="914400" rtl="0" eaLnBrk="1" latinLnBrk="0" hangingPunct="1">
              <a:lnSpc>
                <a:spcPts val="2000"/>
              </a:lnSpc>
              <a:spcBef>
                <a:spcPts val="0"/>
              </a:spcBef>
              <a:defRPr lang="en-US" sz="2000" b="1" kern="1200" cap="all" baseline="0" dirty="0">
                <a:solidFill>
                  <a:schemeClr val="bg1"/>
                </a:solidFill>
                <a:latin typeface="+mj-lt"/>
                <a:ea typeface="+mn-ea"/>
                <a:cs typeface="Segoe UI Light" panose="020B0502040204020203" pitchFamily="34" charset="0"/>
              </a:defRPr>
            </a:lvl1pPr>
          </a:lstStyle>
          <a:p>
            <a:pPr lvl="0" defTabSz="914400">
              <a:lnSpc>
                <a:spcPts val="2100"/>
              </a:lnSpc>
            </a:pPr>
            <a:r>
              <a:rPr lang="en-US"/>
              <a:t>Topic 3</a:t>
            </a:r>
          </a:p>
        </p:txBody>
      </p:sp>
      <p:sp>
        <p:nvSpPr>
          <p:cNvPr id="50" name="Text Placeholder 15">
            <a:extLst>
              <a:ext uri="{FF2B5EF4-FFF2-40B4-BE49-F238E27FC236}">
                <a16:creationId xmlns:a16="http://schemas.microsoft.com/office/drawing/2014/main" id="{F252727C-0FB0-4C5F-A0D0-415E2DA9DF69}"/>
              </a:ext>
            </a:extLst>
          </p:cNvPr>
          <p:cNvSpPr>
            <a:spLocks noGrp="1"/>
          </p:cNvSpPr>
          <p:nvPr userDrawn="1">
            <p:ph type="body" sz="quarter" idx="37"/>
          </p:nvPr>
        </p:nvSpPr>
        <p:spPr>
          <a:xfrm>
            <a:off x="6770255" y="4348354"/>
            <a:ext cx="4579744" cy="657505"/>
          </a:xfrm>
        </p:spPr>
        <p:txBody>
          <a:bodyPr wrap="square">
            <a:noAutofit/>
          </a:bodyPr>
          <a:lstStyle>
            <a:lvl1pPr algn="l">
              <a:lnSpc>
                <a:spcPts val="1800"/>
              </a:lnSpc>
              <a:spcBef>
                <a:spcPts val="0"/>
              </a:spcBef>
              <a:defRPr lang="en-US" sz="13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3" name="Text Placeholder 15">
            <a:extLst>
              <a:ext uri="{FF2B5EF4-FFF2-40B4-BE49-F238E27FC236}">
                <a16:creationId xmlns:a16="http://schemas.microsoft.com/office/drawing/2014/main" id="{6E21B864-F565-48A8-AC76-226AF7FC3E7E}"/>
              </a:ext>
            </a:extLst>
          </p:cNvPr>
          <p:cNvSpPr>
            <a:spLocks noGrp="1"/>
          </p:cNvSpPr>
          <p:nvPr userDrawn="1">
            <p:ph type="body" sz="quarter" idx="38" hasCustomPrompt="1"/>
          </p:nvPr>
        </p:nvSpPr>
        <p:spPr>
          <a:xfrm>
            <a:off x="6770255" y="5314776"/>
            <a:ext cx="4579744" cy="314253"/>
          </a:xfrm>
        </p:spPr>
        <p:txBody>
          <a:bodyPr wrap="square">
            <a:noAutofit/>
          </a:bodyPr>
          <a:lstStyle>
            <a:lvl1pPr marL="0" algn="l" defTabSz="914400" rtl="0" eaLnBrk="1" latinLnBrk="0" hangingPunct="1">
              <a:lnSpc>
                <a:spcPts val="2000"/>
              </a:lnSpc>
              <a:spcBef>
                <a:spcPts val="0"/>
              </a:spcBef>
              <a:defRPr lang="en-US" sz="2000" b="1" kern="1200" cap="all" baseline="0" dirty="0">
                <a:solidFill>
                  <a:schemeClr val="bg1"/>
                </a:solidFill>
                <a:latin typeface="+mj-lt"/>
                <a:ea typeface="+mn-ea"/>
                <a:cs typeface="Segoe UI Light" panose="020B0502040204020203" pitchFamily="34" charset="0"/>
              </a:defRPr>
            </a:lvl1pPr>
          </a:lstStyle>
          <a:p>
            <a:pPr lvl="0" defTabSz="914400">
              <a:lnSpc>
                <a:spcPts val="2100"/>
              </a:lnSpc>
            </a:pPr>
            <a:r>
              <a:rPr lang="en-US"/>
              <a:t>Topic 4</a:t>
            </a:r>
          </a:p>
        </p:txBody>
      </p:sp>
      <p:sp>
        <p:nvSpPr>
          <p:cNvPr id="54" name="Text Placeholder 15">
            <a:extLst>
              <a:ext uri="{FF2B5EF4-FFF2-40B4-BE49-F238E27FC236}">
                <a16:creationId xmlns:a16="http://schemas.microsoft.com/office/drawing/2014/main" id="{397F9C65-4F14-4892-A18D-3AE17CC669AC}"/>
              </a:ext>
            </a:extLst>
          </p:cNvPr>
          <p:cNvSpPr>
            <a:spLocks noGrp="1"/>
          </p:cNvSpPr>
          <p:nvPr userDrawn="1">
            <p:ph type="body" sz="quarter" idx="39"/>
          </p:nvPr>
        </p:nvSpPr>
        <p:spPr>
          <a:xfrm>
            <a:off x="6770255" y="5645648"/>
            <a:ext cx="4579744" cy="657505"/>
          </a:xfrm>
        </p:spPr>
        <p:txBody>
          <a:bodyPr wrap="square">
            <a:noAutofit/>
          </a:bodyPr>
          <a:lstStyle>
            <a:lvl1pPr algn="l">
              <a:lnSpc>
                <a:spcPts val="1800"/>
              </a:lnSpc>
              <a:spcBef>
                <a:spcPts val="0"/>
              </a:spcBef>
              <a:defRPr lang="en-US" sz="13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5" name="Title 12">
            <a:extLst>
              <a:ext uri="{FF2B5EF4-FFF2-40B4-BE49-F238E27FC236}">
                <a16:creationId xmlns:a16="http://schemas.microsoft.com/office/drawing/2014/main" id="{9B36583D-7FC8-401E-AC05-72A7C24ACA49}"/>
              </a:ext>
            </a:extLst>
          </p:cNvPr>
          <p:cNvSpPr>
            <a:spLocks noGrp="1"/>
          </p:cNvSpPr>
          <p:nvPr userDrawn="1">
            <p:ph type="title" hasCustomPrompt="1"/>
          </p:nvPr>
        </p:nvSpPr>
        <p:spPr>
          <a:xfrm>
            <a:off x="550950" y="483766"/>
            <a:ext cx="10904450" cy="615553"/>
          </a:xfrm>
        </p:spPr>
        <p:txBody>
          <a:bodyPr wrap="square" anchor="t" anchorCtr="0">
            <a:spAutoFit/>
          </a:bodyPr>
          <a:lstStyle>
            <a:lvl1pPr>
              <a:lnSpc>
                <a:spcPct val="1000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
        <p:nvSpPr>
          <p:cNvPr id="26" name="Slide Number Placeholder 5">
            <a:extLst>
              <a:ext uri="{FF2B5EF4-FFF2-40B4-BE49-F238E27FC236}">
                <a16:creationId xmlns:a16="http://schemas.microsoft.com/office/drawing/2014/main" id="{FDBDB518-79CE-463D-8E89-0DC7A164C981}"/>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
        <p:nvSpPr>
          <p:cNvPr id="5" name="Picture Placeholder 25">
            <a:extLst>
              <a:ext uri="{FF2B5EF4-FFF2-40B4-BE49-F238E27FC236}">
                <a16:creationId xmlns:a16="http://schemas.microsoft.com/office/drawing/2014/main" id="{7A490DAA-7356-E358-C373-89A467E0F3E5}"/>
              </a:ext>
            </a:extLst>
          </p:cNvPr>
          <p:cNvSpPr>
            <a:spLocks noGrp="1"/>
          </p:cNvSpPr>
          <p:nvPr>
            <p:ph type="pic" sz="quarter" idx="46" hasCustomPrompt="1"/>
          </p:nvPr>
        </p:nvSpPr>
        <p:spPr>
          <a:xfrm>
            <a:off x="671391" y="1497739"/>
            <a:ext cx="4086686" cy="4082964"/>
          </a:xfrm>
          <a:prstGeom prst="ellipse">
            <a:avLst/>
          </a:prstGeom>
          <a:ln w="38100">
            <a:solidFill>
              <a:schemeClr val="bg1"/>
            </a:solidFill>
          </a:ln>
          <a:effectLst>
            <a:outerShdw blurRad="495300" dist="38100" dir="14880000" algn="br" rotWithShape="0">
              <a:prstClr val="black">
                <a:alpha val="28000"/>
              </a:prstClr>
            </a:outerShdw>
          </a:effectLst>
        </p:spPr>
        <p:txBody>
          <a:bodyPr anchor="ctr" anchorCtr="0"/>
          <a:lstStyle>
            <a:lvl1pPr algn="ctr">
              <a:defRPr>
                <a:solidFill>
                  <a:schemeClr val="tx1"/>
                </a:solidFill>
              </a:defRPr>
            </a:lvl1pPr>
          </a:lstStyle>
          <a:p>
            <a:r>
              <a:rPr lang="en-US"/>
              <a:t>Image</a:t>
            </a:r>
          </a:p>
        </p:txBody>
      </p:sp>
      <p:pic>
        <p:nvPicPr>
          <p:cNvPr id="16" name="Picture 15" descr="A black background with white text&#10;&#10;AI-generated content may be incorrect.">
            <a:extLst>
              <a:ext uri="{FF2B5EF4-FFF2-40B4-BE49-F238E27FC236}">
                <a16:creationId xmlns:a16="http://schemas.microsoft.com/office/drawing/2014/main" id="{988E256B-B38F-9B65-EFAB-0A309665A82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96109" y="6245065"/>
            <a:ext cx="1165991" cy="410688"/>
          </a:xfrm>
          <a:prstGeom prst="rect">
            <a:avLst/>
          </a:prstGeom>
        </p:spPr>
      </p:pic>
    </p:spTree>
    <p:extLst>
      <p:ext uri="{BB962C8B-B14F-4D97-AF65-F5344CB8AC3E}">
        <p14:creationId xmlns:p14="http://schemas.microsoft.com/office/powerpoint/2010/main" val="14958352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ullet Point - 8 Poi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B9B36E-B6DC-401B-82FF-BC15DCF6119E}"/>
              </a:ext>
            </a:extLst>
          </p:cNvPr>
          <p:cNvSpPr/>
          <p:nvPr userDrawn="1"/>
        </p:nvSpPr>
        <p:spPr>
          <a:xfrm flipV="1">
            <a:off x="0" y="-9"/>
            <a:ext cx="12191999" cy="6865417"/>
          </a:xfrm>
          <a:prstGeom prst="rect">
            <a:avLst/>
          </a:prstGeom>
          <a:gradFill flip="none" rotWithShape="1">
            <a:gsLst>
              <a:gs pos="0">
                <a:schemeClr val="accent3"/>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Oval 24">
            <a:extLst>
              <a:ext uri="{FF2B5EF4-FFF2-40B4-BE49-F238E27FC236}">
                <a16:creationId xmlns:a16="http://schemas.microsoft.com/office/drawing/2014/main" id="{7E73994A-D819-406B-AE38-BE1DC71A273A}"/>
              </a:ext>
            </a:extLst>
          </p:cNvPr>
          <p:cNvSpPr/>
          <p:nvPr userDrawn="1"/>
        </p:nvSpPr>
        <p:spPr>
          <a:xfrm>
            <a:off x="3511161" y="1381294"/>
            <a:ext cx="2298702" cy="2307525"/>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Placeholder 15">
            <a:extLst>
              <a:ext uri="{FF2B5EF4-FFF2-40B4-BE49-F238E27FC236}">
                <a16:creationId xmlns:a16="http://schemas.microsoft.com/office/drawing/2014/main" id="{77A97E7E-50F0-42DA-86E4-2F106D7C3ED4}"/>
              </a:ext>
            </a:extLst>
          </p:cNvPr>
          <p:cNvSpPr>
            <a:spLocks noGrp="1"/>
          </p:cNvSpPr>
          <p:nvPr>
            <p:ph type="body" sz="quarter" idx="32" hasCustomPrompt="1"/>
          </p:nvPr>
        </p:nvSpPr>
        <p:spPr>
          <a:xfrm>
            <a:off x="3579072" y="1923744"/>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44" name="Text Placeholder 15">
            <a:extLst>
              <a:ext uri="{FF2B5EF4-FFF2-40B4-BE49-F238E27FC236}">
                <a16:creationId xmlns:a16="http://schemas.microsoft.com/office/drawing/2014/main" id="{7D77EE1E-AD88-45E1-85EC-72DA04E629DA}"/>
              </a:ext>
            </a:extLst>
          </p:cNvPr>
          <p:cNvSpPr>
            <a:spLocks noGrp="1"/>
          </p:cNvSpPr>
          <p:nvPr>
            <p:ph type="body" sz="quarter" idx="33"/>
          </p:nvPr>
        </p:nvSpPr>
        <p:spPr>
          <a:xfrm>
            <a:off x="3579072" y="2254616"/>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34" name="Slide Number Placeholder 5">
            <a:extLst>
              <a:ext uri="{FF2B5EF4-FFF2-40B4-BE49-F238E27FC236}">
                <a16:creationId xmlns:a16="http://schemas.microsoft.com/office/drawing/2014/main" id="{CB673F37-3002-4A27-963E-7030B1F87FBB}"/>
              </a:ext>
            </a:extLst>
          </p:cNvPr>
          <p:cNvSpPr>
            <a:spLocks noGrp="1"/>
          </p:cNvSpPr>
          <p:nvPr>
            <p:ph type="sldNum" sz="quarter" idx="13"/>
          </p:nvPr>
        </p:nvSpPr>
        <p:spPr>
          <a:xfrm>
            <a:off x="11491687" y="6290628"/>
            <a:ext cx="348343" cy="365125"/>
          </a:xfrm>
        </p:spPr>
        <p:txBody>
          <a:bodyPr/>
          <a:lstStyle>
            <a:lvl1pPr algn="l">
              <a:defRPr sz="1000" b="1">
                <a:solidFill>
                  <a:schemeClr val="bg1"/>
                </a:solidFill>
              </a:defRPr>
            </a:lvl1pPr>
          </a:lstStyle>
          <a:p>
            <a:fld id="{D5557E57-8FF5-498F-85CD-A04FA8F809F1}" type="slidenum">
              <a:rPr lang="en-US" smtClean="0"/>
              <a:pPr/>
              <a:t>‹#›</a:t>
            </a:fld>
            <a:endParaRPr lang="en-US"/>
          </a:p>
        </p:txBody>
      </p:sp>
      <p:sp>
        <p:nvSpPr>
          <p:cNvPr id="10" name="Text Placeholder 15">
            <a:extLst>
              <a:ext uri="{FF2B5EF4-FFF2-40B4-BE49-F238E27FC236}">
                <a16:creationId xmlns:a16="http://schemas.microsoft.com/office/drawing/2014/main" id="{02D77B01-63E4-5A59-2294-719358D0B316}"/>
              </a:ext>
            </a:extLst>
          </p:cNvPr>
          <p:cNvSpPr>
            <a:spLocks noGrp="1"/>
          </p:cNvSpPr>
          <p:nvPr>
            <p:ph type="body" sz="quarter" idx="46" hasCustomPrompt="1"/>
          </p:nvPr>
        </p:nvSpPr>
        <p:spPr>
          <a:xfrm>
            <a:off x="701921" y="1928278"/>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11" name="Text Placeholder 15">
            <a:extLst>
              <a:ext uri="{FF2B5EF4-FFF2-40B4-BE49-F238E27FC236}">
                <a16:creationId xmlns:a16="http://schemas.microsoft.com/office/drawing/2014/main" id="{7BDB5CB6-6480-58BE-E987-DDE336D7D885}"/>
              </a:ext>
            </a:extLst>
          </p:cNvPr>
          <p:cNvSpPr>
            <a:spLocks noGrp="1"/>
          </p:cNvSpPr>
          <p:nvPr>
            <p:ph type="body" sz="quarter" idx="47"/>
          </p:nvPr>
        </p:nvSpPr>
        <p:spPr>
          <a:xfrm>
            <a:off x="701921" y="2259150"/>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16" name="Oval 15">
            <a:extLst>
              <a:ext uri="{FF2B5EF4-FFF2-40B4-BE49-F238E27FC236}">
                <a16:creationId xmlns:a16="http://schemas.microsoft.com/office/drawing/2014/main" id="{20F471CC-17EB-C120-3B02-193D6B9F9455}"/>
              </a:ext>
            </a:extLst>
          </p:cNvPr>
          <p:cNvSpPr/>
          <p:nvPr userDrawn="1"/>
        </p:nvSpPr>
        <p:spPr>
          <a:xfrm>
            <a:off x="6382137" y="1385828"/>
            <a:ext cx="2298702" cy="2307525"/>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5">
            <a:extLst>
              <a:ext uri="{FF2B5EF4-FFF2-40B4-BE49-F238E27FC236}">
                <a16:creationId xmlns:a16="http://schemas.microsoft.com/office/drawing/2014/main" id="{4C4966A2-17C0-1346-92FD-A968247112BE}"/>
              </a:ext>
            </a:extLst>
          </p:cNvPr>
          <p:cNvSpPr>
            <a:spLocks noGrp="1"/>
          </p:cNvSpPr>
          <p:nvPr>
            <p:ph type="body" sz="quarter" idx="48" hasCustomPrompt="1"/>
          </p:nvPr>
        </p:nvSpPr>
        <p:spPr>
          <a:xfrm>
            <a:off x="6450048" y="1928278"/>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18" name="Text Placeholder 15">
            <a:extLst>
              <a:ext uri="{FF2B5EF4-FFF2-40B4-BE49-F238E27FC236}">
                <a16:creationId xmlns:a16="http://schemas.microsoft.com/office/drawing/2014/main" id="{8A66CB19-61B5-4BDA-90FE-87395E181D05}"/>
              </a:ext>
            </a:extLst>
          </p:cNvPr>
          <p:cNvSpPr>
            <a:spLocks noGrp="1"/>
          </p:cNvSpPr>
          <p:nvPr>
            <p:ph type="body" sz="quarter" idx="49"/>
          </p:nvPr>
        </p:nvSpPr>
        <p:spPr>
          <a:xfrm>
            <a:off x="6450048" y="2259150"/>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 name="Oval 4">
            <a:extLst>
              <a:ext uri="{FF2B5EF4-FFF2-40B4-BE49-F238E27FC236}">
                <a16:creationId xmlns:a16="http://schemas.microsoft.com/office/drawing/2014/main" id="{C3B0EF4D-A28B-C22A-1ED1-4F8E53BDD7B7}"/>
              </a:ext>
            </a:extLst>
          </p:cNvPr>
          <p:cNvSpPr/>
          <p:nvPr userDrawn="1"/>
        </p:nvSpPr>
        <p:spPr>
          <a:xfrm>
            <a:off x="640185" y="1385828"/>
            <a:ext cx="2298702" cy="2307525"/>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3A77F4E-AFF6-D817-B2BA-50FD08BA7DDB}"/>
              </a:ext>
            </a:extLst>
          </p:cNvPr>
          <p:cNvSpPr/>
          <p:nvPr userDrawn="1"/>
        </p:nvSpPr>
        <p:spPr>
          <a:xfrm>
            <a:off x="9253114" y="1381294"/>
            <a:ext cx="2298702" cy="2307525"/>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5">
            <a:extLst>
              <a:ext uri="{FF2B5EF4-FFF2-40B4-BE49-F238E27FC236}">
                <a16:creationId xmlns:a16="http://schemas.microsoft.com/office/drawing/2014/main" id="{61F626AE-E1E7-8FC9-9BBC-36606C564266}"/>
              </a:ext>
            </a:extLst>
          </p:cNvPr>
          <p:cNvSpPr>
            <a:spLocks noGrp="1"/>
          </p:cNvSpPr>
          <p:nvPr userDrawn="1">
            <p:ph type="body" sz="quarter" idx="50" hasCustomPrompt="1"/>
          </p:nvPr>
        </p:nvSpPr>
        <p:spPr>
          <a:xfrm>
            <a:off x="9307878" y="1923744"/>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21" name="Text Placeholder 15">
            <a:extLst>
              <a:ext uri="{FF2B5EF4-FFF2-40B4-BE49-F238E27FC236}">
                <a16:creationId xmlns:a16="http://schemas.microsoft.com/office/drawing/2014/main" id="{423E734B-7622-ED34-AA61-66D85009741D}"/>
              </a:ext>
            </a:extLst>
          </p:cNvPr>
          <p:cNvSpPr>
            <a:spLocks noGrp="1"/>
          </p:cNvSpPr>
          <p:nvPr userDrawn="1">
            <p:ph type="body" sz="quarter" idx="51"/>
          </p:nvPr>
        </p:nvSpPr>
        <p:spPr>
          <a:xfrm>
            <a:off x="9307878" y="2254616"/>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2" name="Oval 21">
            <a:extLst>
              <a:ext uri="{FF2B5EF4-FFF2-40B4-BE49-F238E27FC236}">
                <a16:creationId xmlns:a16="http://schemas.microsoft.com/office/drawing/2014/main" id="{A2CD3F68-0D34-26D7-6827-450D4D2E7FA1}"/>
              </a:ext>
            </a:extLst>
          </p:cNvPr>
          <p:cNvSpPr/>
          <p:nvPr userDrawn="1"/>
        </p:nvSpPr>
        <p:spPr>
          <a:xfrm>
            <a:off x="640185" y="4123351"/>
            <a:ext cx="2298702" cy="2307525"/>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15">
            <a:extLst>
              <a:ext uri="{FF2B5EF4-FFF2-40B4-BE49-F238E27FC236}">
                <a16:creationId xmlns:a16="http://schemas.microsoft.com/office/drawing/2014/main" id="{2AB483D4-04D2-9780-310C-99119EB6A88C}"/>
              </a:ext>
            </a:extLst>
          </p:cNvPr>
          <p:cNvSpPr>
            <a:spLocks noGrp="1"/>
          </p:cNvSpPr>
          <p:nvPr userDrawn="1">
            <p:ph type="body" sz="quarter" idx="52" hasCustomPrompt="1"/>
          </p:nvPr>
        </p:nvSpPr>
        <p:spPr>
          <a:xfrm>
            <a:off x="701921" y="4665801"/>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26" name="Text Placeholder 15">
            <a:extLst>
              <a:ext uri="{FF2B5EF4-FFF2-40B4-BE49-F238E27FC236}">
                <a16:creationId xmlns:a16="http://schemas.microsoft.com/office/drawing/2014/main" id="{C524B1DC-1995-A119-0C86-7DBB09E5E945}"/>
              </a:ext>
            </a:extLst>
          </p:cNvPr>
          <p:cNvSpPr>
            <a:spLocks noGrp="1"/>
          </p:cNvSpPr>
          <p:nvPr userDrawn="1">
            <p:ph type="body" sz="quarter" idx="53"/>
          </p:nvPr>
        </p:nvSpPr>
        <p:spPr>
          <a:xfrm>
            <a:off x="701921" y="4996673"/>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49" name="Oval 48">
            <a:extLst>
              <a:ext uri="{FF2B5EF4-FFF2-40B4-BE49-F238E27FC236}">
                <a16:creationId xmlns:a16="http://schemas.microsoft.com/office/drawing/2014/main" id="{F2C69D1A-F30C-2CBC-FC91-7B952CAABE4D}"/>
              </a:ext>
            </a:extLst>
          </p:cNvPr>
          <p:cNvSpPr/>
          <p:nvPr userDrawn="1"/>
        </p:nvSpPr>
        <p:spPr>
          <a:xfrm>
            <a:off x="6382137" y="4118817"/>
            <a:ext cx="2298702" cy="2307525"/>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 Placeholder 15">
            <a:extLst>
              <a:ext uri="{FF2B5EF4-FFF2-40B4-BE49-F238E27FC236}">
                <a16:creationId xmlns:a16="http://schemas.microsoft.com/office/drawing/2014/main" id="{2C0C8BA5-47EB-5C9E-5F34-1EA2924C484D}"/>
              </a:ext>
            </a:extLst>
          </p:cNvPr>
          <p:cNvSpPr>
            <a:spLocks noGrp="1"/>
          </p:cNvSpPr>
          <p:nvPr userDrawn="1">
            <p:ph type="body" sz="quarter" idx="54" hasCustomPrompt="1"/>
          </p:nvPr>
        </p:nvSpPr>
        <p:spPr>
          <a:xfrm>
            <a:off x="6450048" y="4661267"/>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53" name="Text Placeholder 15">
            <a:extLst>
              <a:ext uri="{FF2B5EF4-FFF2-40B4-BE49-F238E27FC236}">
                <a16:creationId xmlns:a16="http://schemas.microsoft.com/office/drawing/2014/main" id="{1E93B25C-C43F-7418-F01A-A51284581BF1}"/>
              </a:ext>
            </a:extLst>
          </p:cNvPr>
          <p:cNvSpPr>
            <a:spLocks noGrp="1"/>
          </p:cNvSpPr>
          <p:nvPr userDrawn="1">
            <p:ph type="body" sz="quarter" idx="55"/>
          </p:nvPr>
        </p:nvSpPr>
        <p:spPr>
          <a:xfrm>
            <a:off x="6450048" y="4992139"/>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54" name="Oval 53">
            <a:extLst>
              <a:ext uri="{FF2B5EF4-FFF2-40B4-BE49-F238E27FC236}">
                <a16:creationId xmlns:a16="http://schemas.microsoft.com/office/drawing/2014/main" id="{ECD0083B-3BDF-611E-33B5-AA8CD5E027CF}"/>
              </a:ext>
            </a:extLst>
          </p:cNvPr>
          <p:cNvSpPr/>
          <p:nvPr userDrawn="1"/>
        </p:nvSpPr>
        <p:spPr>
          <a:xfrm>
            <a:off x="3511161" y="4123351"/>
            <a:ext cx="2298702" cy="2307525"/>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 Placeholder 15">
            <a:extLst>
              <a:ext uri="{FF2B5EF4-FFF2-40B4-BE49-F238E27FC236}">
                <a16:creationId xmlns:a16="http://schemas.microsoft.com/office/drawing/2014/main" id="{9CF78DC8-1D92-0FAD-734A-47235F1C91CA}"/>
              </a:ext>
            </a:extLst>
          </p:cNvPr>
          <p:cNvSpPr>
            <a:spLocks noGrp="1"/>
          </p:cNvSpPr>
          <p:nvPr userDrawn="1">
            <p:ph type="body" sz="quarter" idx="56" hasCustomPrompt="1"/>
          </p:nvPr>
        </p:nvSpPr>
        <p:spPr>
          <a:xfrm>
            <a:off x="3579072" y="4665801"/>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58" name="Text Placeholder 15">
            <a:extLst>
              <a:ext uri="{FF2B5EF4-FFF2-40B4-BE49-F238E27FC236}">
                <a16:creationId xmlns:a16="http://schemas.microsoft.com/office/drawing/2014/main" id="{9115A960-A0B4-6B67-EE49-A3B6C1712BB5}"/>
              </a:ext>
            </a:extLst>
          </p:cNvPr>
          <p:cNvSpPr>
            <a:spLocks noGrp="1"/>
          </p:cNvSpPr>
          <p:nvPr userDrawn="1">
            <p:ph type="body" sz="quarter" idx="57"/>
          </p:nvPr>
        </p:nvSpPr>
        <p:spPr>
          <a:xfrm>
            <a:off x="3579072" y="4996673"/>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61" name="Oval 60">
            <a:extLst>
              <a:ext uri="{FF2B5EF4-FFF2-40B4-BE49-F238E27FC236}">
                <a16:creationId xmlns:a16="http://schemas.microsoft.com/office/drawing/2014/main" id="{F66E0BFD-0DC0-E896-7AE6-64208A3BF2CB}"/>
              </a:ext>
            </a:extLst>
          </p:cNvPr>
          <p:cNvSpPr/>
          <p:nvPr userDrawn="1"/>
        </p:nvSpPr>
        <p:spPr>
          <a:xfrm>
            <a:off x="9253114" y="4123351"/>
            <a:ext cx="2298702" cy="2307525"/>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 Placeholder 15">
            <a:extLst>
              <a:ext uri="{FF2B5EF4-FFF2-40B4-BE49-F238E27FC236}">
                <a16:creationId xmlns:a16="http://schemas.microsoft.com/office/drawing/2014/main" id="{94E142F5-7988-CEE0-8CBC-1A685F1B4727}"/>
              </a:ext>
            </a:extLst>
          </p:cNvPr>
          <p:cNvSpPr>
            <a:spLocks noGrp="1"/>
          </p:cNvSpPr>
          <p:nvPr userDrawn="1">
            <p:ph type="body" sz="quarter" idx="58" hasCustomPrompt="1"/>
          </p:nvPr>
        </p:nvSpPr>
        <p:spPr>
          <a:xfrm>
            <a:off x="9307878" y="4665801"/>
            <a:ext cx="2183538" cy="314253"/>
          </a:xfrm>
        </p:spPr>
        <p:txBody>
          <a:bodyPr wrap="square">
            <a:noAutofit/>
          </a:bodyPr>
          <a:lstStyle>
            <a:lvl1pPr marL="0" algn="ctr" defTabSz="914400" rtl="0" eaLnBrk="1" latinLnBrk="0" hangingPunct="1">
              <a:lnSpc>
                <a:spcPts val="2000"/>
              </a:lnSpc>
              <a:spcBef>
                <a:spcPts val="0"/>
              </a:spcBef>
              <a:defRPr lang="en-US" sz="1600" b="1" kern="1200" cap="none" baseline="0" dirty="0">
                <a:solidFill>
                  <a:schemeClr val="bg2"/>
                </a:solidFill>
                <a:latin typeface="+mj-lt"/>
                <a:ea typeface="+mn-ea"/>
                <a:cs typeface="Segoe UI Light" panose="020B0502040204020203" pitchFamily="34" charset="0"/>
              </a:defRPr>
            </a:lvl1pPr>
          </a:lstStyle>
          <a:p>
            <a:pPr lvl="0" defTabSz="914400">
              <a:lnSpc>
                <a:spcPts val="2100"/>
              </a:lnSpc>
            </a:pPr>
            <a:r>
              <a:rPr lang="en-US"/>
              <a:t>Topic</a:t>
            </a:r>
          </a:p>
        </p:txBody>
      </p:sp>
      <p:sp>
        <p:nvSpPr>
          <p:cNvPr id="63" name="Text Placeholder 15">
            <a:extLst>
              <a:ext uri="{FF2B5EF4-FFF2-40B4-BE49-F238E27FC236}">
                <a16:creationId xmlns:a16="http://schemas.microsoft.com/office/drawing/2014/main" id="{FA109259-A247-5384-2C7A-6A5608E0A3CD}"/>
              </a:ext>
            </a:extLst>
          </p:cNvPr>
          <p:cNvSpPr>
            <a:spLocks noGrp="1"/>
          </p:cNvSpPr>
          <p:nvPr userDrawn="1">
            <p:ph type="body" sz="quarter" idx="59"/>
          </p:nvPr>
        </p:nvSpPr>
        <p:spPr>
          <a:xfrm>
            <a:off x="9307878" y="4996673"/>
            <a:ext cx="2183538" cy="1136283"/>
          </a:xfrm>
        </p:spPr>
        <p:txBody>
          <a:bodyPr wrap="square">
            <a:noAutofit/>
          </a:bodyPr>
          <a:lstStyle>
            <a:lvl1pPr algn="ctr">
              <a:lnSpc>
                <a:spcPts val="1800"/>
              </a:lnSpc>
              <a:spcBef>
                <a:spcPts val="0"/>
              </a:spcBef>
              <a:defRPr lang="en-US" sz="1200" dirty="0">
                <a:solidFill>
                  <a:schemeClr val="bg1"/>
                </a:solidFill>
                <a:latin typeface="+mj-lt"/>
                <a:cs typeface="Segoe UI Light" panose="020B0502040204020203" pitchFamily="34" charset="0"/>
              </a:defRPr>
            </a:lvl1pPr>
          </a:lstStyle>
          <a:p>
            <a:pPr lvl="0" defTabSz="914400">
              <a:lnSpc>
                <a:spcPts val="1700"/>
              </a:lnSpc>
            </a:pPr>
            <a:r>
              <a:rPr lang="en-US"/>
              <a:t>Click to edit Master text styles</a:t>
            </a:r>
          </a:p>
        </p:txBody>
      </p:sp>
      <p:sp>
        <p:nvSpPr>
          <p:cNvPr id="2" name="Title 12">
            <a:extLst>
              <a:ext uri="{FF2B5EF4-FFF2-40B4-BE49-F238E27FC236}">
                <a16:creationId xmlns:a16="http://schemas.microsoft.com/office/drawing/2014/main" id="{A665937C-045C-B0CD-EAA3-F0E1FAB2FCFF}"/>
              </a:ext>
            </a:extLst>
          </p:cNvPr>
          <p:cNvSpPr>
            <a:spLocks noGrp="1"/>
          </p:cNvSpPr>
          <p:nvPr>
            <p:ph type="title" hasCustomPrompt="1"/>
          </p:nvPr>
        </p:nvSpPr>
        <p:spPr>
          <a:xfrm>
            <a:off x="550950" y="483766"/>
            <a:ext cx="10904450" cy="615553"/>
          </a:xfrm>
        </p:spPr>
        <p:txBody>
          <a:bodyPr wrap="square" anchor="t" anchorCtr="0">
            <a:spAutoFit/>
          </a:bodyPr>
          <a:lstStyle>
            <a:lvl1pPr algn="ctr">
              <a:lnSpc>
                <a:spcPct val="100000"/>
              </a:lnSpc>
              <a:defRPr lang="en-US" sz="3400" b="1" cap="none" baseline="0" dirty="0">
                <a:solidFill>
                  <a:schemeClr val="bg1"/>
                </a:solidFill>
                <a:latin typeface="+mj-lt"/>
                <a:ea typeface="+mn-ea"/>
                <a:cs typeface="Poppins Light" panose="00000400000000000000" pitchFamily="2" charset="0"/>
              </a:defRPr>
            </a:lvl1pPr>
          </a:lstStyle>
          <a:p>
            <a:pPr marL="0" lvl="0" defTabSz="914400"/>
            <a:r>
              <a:rPr lang="en-US"/>
              <a:t>Slide Title</a:t>
            </a:r>
          </a:p>
        </p:txBody>
      </p:sp>
    </p:spTree>
    <p:extLst>
      <p:ext uri="{BB962C8B-B14F-4D97-AF65-F5344CB8AC3E}">
        <p14:creationId xmlns:p14="http://schemas.microsoft.com/office/powerpoint/2010/main" val="7908787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4AD0D76-359D-4C35-9D09-906C0DECC470}"/>
              </a:ext>
            </a:extLst>
          </p:cNvPr>
          <p:cNvSpPr/>
          <p:nvPr userDrawn="1"/>
        </p:nvSpPr>
        <p:spPr>
          <a:xfrm rot="10800000" flipH="1" flipV="1">
            <a:off x="-17361" y="-18614"/>
            <a:ext cx="12226985" cy="6884010"/>
          </a:xfrm>
          <a:prstGeom prst="rect">
            <a:avLst/>
          </a:prstGeom>
          <a:gradFill flip="none" rotWithShape="1">
            <a:gsLst>
              <a:gs pos="0">
                <a:srgbClr val="0033A1"/>
              </a:gs>
              <a:gs pos="100000">
                <a:schemeClr val="accent2"/>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6" name="Picture 5" descr="A blue and black floral pattern&#10;&#10;AI-generated content may be incorrect.">
            <a:extLst>
              <a:ext uri="{FF2B5EF4-FFF2-40B4-BE49-F238E27FC236}">
                <a16:creationId xmlns:a16="http://schemas.microsoft.com/office/drawing/2014/main" id="{BC5DF7E9-4B7B-A9E1-AB4C-FC189B4D490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17362" y="-18615"/>
            <a:ext cx="12209361" cy="6884012"/>
          </a:xfrm>
          <a:prstGeom prst="rect">
            <a:avLst/>
          </a:prstGeom>
        </p:spPr>
      </p:pic>
      <p:sp>
        <p:nvSpPr>
          <p:cNvPr id="15" name="Text Placeholder 2">
            <a:extLst>
              <a:ext uri="{FF2B5EF4-FFF2-40B4-BE49-F238E27FC236}">
                <a16:creationId xmlns:a16="http://schemas.microsoft.com/office/drawing/2014/main" id="{6DE46316-5F15-40C1-AB22-61F0A581E226}"/>
              </a:ext>
            </a:extLst>
          </p:cNvPr>
          <p:cNvSpPr>
            <a:spLocks noGrp="1"/>
          </p:cNvSpPr>
          <p:nvPr>
            <p:ph type="body" sz="quarter" idx="10" hasCustomPrompt="1"/>
          </p:nvPr>
        </p:nvSpPr>
        <p:spPr>
          <a:xfrm>
            <a:off x="881198" y="3339734"/>
            <a:ext cx="6637201" cy="1186085"/>
          </a:xfrm>
        </p:spPr>
        <p:txBody>
          <a:bodyPr anchor="b">
            <a:noAutofit/>
          </a:bodyPr>
          <a:lstStyle>
            <a:lvl1pPr algn="l">
              <a:lnSpc>
                <a:spcPts val="4600"/>
              </a:lnSpc>
              <a:spcBef>
                <a:spcPts val="0"/>
              </a:spcBef>
              <a:defRPr sz="8800" b="0">
                <a:solidFill>
                  <a:schemeClr val="bg1"/>
                </a:solidFill>
              </a:defRPr>
            </a:lvl1pPr>
          </a:lstStyle>
          <a:p>
            <a:pPr lvl="0"/>
            <a:r>
              <a:rPr lang="en-US"/>
              <a:t>Thank You</a:t>
            </a:r>
          </a:p>
        </p:txBody>
      </p:sp>
      <p:pic>
        <p:nvPicPr>
          <p:cNvPr id="2" name="Picture 1" descr="A black background with white text&#10;&#10;AI-generated content may be incorrect.">
            <a:extLst>
              <a:ext uri="{FF2B5EF4-FFF2-40B4-BE49-F238E27FC236}">
                <a16:creationId xmlns:a16="http://schemas.microsoft.com/office/drawing/2014/main" id="{AF42C417-A801-F1F6-DE25-92F8878675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7453" y="2373762"/>
            <a:ext cx="1876584" cy="660974"/>
          </a:xfrm>
          <a:prstGeom prst="rect">
            <a:avLst/>
          </a:prstGeom>
        </p:spPr>
      </p:pic>
    </p:spTree>
    <p:extLst>
      <p:ext uri="{BB962C8B-B14F-4D97-AF65-F5344CB8AC3E}">
        <p14:creationId xmlns:p14="http://schemas.microsoft.com/office/powerpoint/2010/main" val="1075649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529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87017"/>
            <a:ext cx="10515600" cy="64678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838200" y="1233802"/>
            <a:ext cx="10515600" cy="4943161"/>
          </a:xfrm>
          <a:prstGeom prst="rect">
            <a:avLst/>
          </a:prstGeom>
        </p:spPr>
        <p:txBody>
          <a:bodyPr vert="horz" lIns="91440" tIns="45720" rIns="91440" bIns="45720" rtlCol="0">
            <a:normAutofit/>
          </a:bodyPr>
          <a:lstStyle/>
          <a:p>
            <a:pPr lvl="0"/>
            <a:r>
              <a:rPr lang="en-US"/>
              <a:t>Click to edit Master text styles</a:t>
            </a:r>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0599B59-93F4-EF40-A493-12136D87E34B}" type="slidenum">
              <a:rPr lang="en-US" smtClean="0"/>
              <a:pPr/>
              <a:t>‹#›</a:t>
            </a:fld>
            <a:endParaRPr lang="en-US"/>
          </a:p>
        </p:txBody>
      </p:sp>
    </p:spTree>
    <p:extLst>
      <p:ext uri="{BB962C8B-B14F-4D97-AF65-F5344CB8AC3E}">
        <p14:creationId xmlns:p14="http://schemas.microsoft.com/office/powerpoint/2010/main" val="1840866971"/>
      </p:ext>
    </p:extLst>
  </p:cSld>
  <p:clrMap bg1="lt1" tx1="dk1" bg2="lt2" tx2="dk2" accent1="accent1" accent2="accent2" accent3="accent3" accent4="accent4" accent5="accent5" accent6="accent6" hlink="hlink" folHlink="folHlink"/>
  <p:sldLayoutIdLst>
    <p:sldLayoutId id="2147483998" r:id="rId1"/>
    <p:sldLayoutId id="2147484000" r:id="rId2"/>
    <p:sldLayoutId id="2147483924" r:id="rId3"/>
    <p:sldLayoutId id="2147483999" r:id="rId4"/>
    <p:sldLayoutId id="2147484004" r:id="rId5"/>
    <p:sldLayoutId id="2147483927" r:id="rId6"/>
    <p:sldLayoutId id="2147484001" r:id="rId7"/>
    <p:sldLayoutId id="2147484003" r:id="rId8"/>
    <p:sldLayoutId id="2147483942" r:id="rId9"/>
    <p:sldLayoutId id="2147484005" r:id="rId10"/>
    <p:sldLayoutId id="2147483949" r:id="rId11"/>
    <p:sldLayoutId id="2147483940" r:id="rId12"/>
    <p:sldLayoutId id="2147484009" r:id="rId13"/>
    <p:sldLayoutId id="2147484010" r:id="rId14"/>
    <p:sldLayoutId id="2147484007" r:id="rId15"/>
    <p:sldLayoutId id="2147484008" r:id="rId16"/>
    <p:sldLayoutId id="2147484006" r:id="rId17"/>
    <p:sldLayoutId id="2147483964" r:id="rId18"/>
    <p:sldLayoutId id="2147483931" r:id="rId19"/>
    <p:sldLayoutId id="2147483951" r:id="rId20"/>
    <p:sldLayoutId id="2147483970" r:id="rId21"/>
    <p:sldLayoutId id="2147483958" r:id="rId22"/>
    <p:sldLayoutId id="2147483996" r:id="rId23"/>
    <p:sldLayoutId id="2147483904" r:id="rId24"/>
  </p:sldLayoutIdLst>
  <p:hf hdr="0" ftr="0" dt="0"/>
  <p:txStyles>
    <p:titleStyle>
      <a:lvl1pPr algn="l" defTabSz="685800" rtl="0" eaLnBrk="1" latinLnBrk="0" hangingPunct="1">
        <a:lnSpc>
          <a:spcPts val="3600"/>
        </a:lnSpc>
        <a:spcBef>
          <a:spcPct val="0"/>
        </a:spcBef>
        <a:spcAft>
          <a:spcPts val="0"/>
        </a:spcAft>
        <a:buNone/>
        <a:defRPr sz="3300" kern="1200">
          <a:solidFill>
            <a:schemeClr val="tx2"/>
          </a:solidFill>
          <a:latin typeface="Arial Bold" panose="020B0704020202020204" pitchFamily="34" charset="0"/>
          <a:ea typeface="+mj-ea"/>
          <a:cs typeface="Arial Bold" panose="020B0704020202020204" pitchFamily="34" charset="0"/>
        </a:defRPr>
      </a:lvl1pPr>
    </p:titleStyle>
    <p:bodyStyle>
      <a:lvl1pPr marL="0" indent="0" algn="l" defTabSz="685800" rtl="0" eaLnBrk="1" latinLnBrk="0" hangingPunct="1">
        <a:lnSpc>
          <a:spcPct val="100000"/>
        </a:lnSpc>
        <a:spcBef>
          <a:spcPts val="1000"/>
        </a:spcBef>
        <a:buClr>
          <a:schemeClr val="bg2"/>
        </a:buClr>
        <a:buFont typeface="Arial"/>
        <a:buNone/>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2.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9.xml"/><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0.xml"/><Relationship Id="rId4" Type="http://schemas.openxmlformats.org/officeDocument/2006/relationships/image" Target="../media/image3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3.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F586D47-AB98-F350-D2F5-188FE781BA57}"/>
              </a:ext>
            </a:extLst>
          </p:cNvPr>
          <p:cNvSpPr>
            <a:spLocks noGrp="1"/>
          </p:cNvSpPr>
          <p:nvPr>
            <p:ph type="title"/>
          </p:nvPr>
        </p:nvSpPr>
        <p:spPr>
          <a:xfrm>
            <a:off x="1656402" y="1576588"/>
            <a:ext cx="6370783" cy="3090851"/>
          </a:xfrm>
        </p:spPr>
        <p:txBody>
          <a:bodyPr/>
          <a:lstStyle/>
          <a:p>
            <a:r>
              <a:rPr lang="en-US" dirty="0"/>
              <a:t>FSM Irrigation</a:t>
            </a:r>
          </a:p>
        </p:txBody>
      </p:sp>
      <p:sp>
        <p:nvSpPr>
          <p:cNvPr id="9" name="Text Placeholder 8">
            <a:extLst>
              <a:ext uri="{FF2B5EF4-FFF2-40B4-BE49-F238E27FC236}">
                <a16:creationId xmlns:a16="http://schemas.microsoft.com/office/drawing/2014/main" id="{6E9914B3-062E-D9BA-AAD4-445CF26B3328}"/>
              </a:ext>
            </a:extLst>
          </p:cNvPr>
          <p:cNvSpPr>
            <a:spLocks noGrp="1"/>
          </p:cNvSpPr>
          <p:nvPr>
            <p:ph type="body" sz="quarter" idx="10"/>
          </p:nvPr>
        </p:nvSpPr>
        <p:spPr>
          <a:xfrm>
            <a:off x="1656402" y="4667440"/>
            <a:ext cx="3936800" cy="468312"/>
          </a:xfrm>
        </p:spPr>
        <p:txBody>
          <a:bodyPr/>
          <a:lstStyle/>
          <a:p>
            <a:r>
              <a:rPr lang="en-US" dirty="0"/>
              <a:t>May 15, 2026</a:t>
            </a:r>
          </a:p>
        </p:txBody>
      </p:sp>
    </p:spTree>
    <p:extLst>
      <p:ext uri="{BB962C8B-B14F-4D97-AF65-F5344CB8AC3E}">
        <p14:creationId xmlns:p14="http://schemas.microsoft.com/office/powerpoint/2010/main" val="933453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A9550-3875-4D53-C041-90EA26273415}"/>
              </a:ext>
            </a:extLst>
          </p:cNvPr>
          <p:cNvSpPr>
            <a:spLocks noGrp="1"/>
          </p:cNvSpPr>
          <p:nvPr>
            <p:ph type="title"/>
          </p:nvPr>
        </p:nvSpPr>
        <p:spPr/>
        <p:txBody>
          <a:bodyPr/>
          <a:lstStyle/>
          <a:p>
            <a:r>
              <a:rPr lang="en-US" dirty="0"/>
              <a:t>Irrigation System Hierarchy</a:t>
            </a:r>
          </a:p>
        </p:txBody>
      </p:sp>
      <p:sp>
        <p:nvSpPr>
          <p:cNvPr id="18" name="Slide Number Placeholder 17">
            <a:extLst>
              <a:ext uri="{FF2B5EF4-FFF2-40B4-BE49-F238E27FC236}">
                <a16:creationId xmlns:a16="http://schemas.microsoft.com/office/drawing/2014/main" id="{1F5D1D1F-F750-A502-218A-658A232443B2}"/>
              </a:ext>
            </a:extLst>
          </p:cNvPr>
          <p:cNvSpPr>
            <a:spLocks noGrp="1"/>
          </p:cNvSpPr>
          <p:nvPr>
            <p:ph type="sldNum" sz="quarter" idx="13"/>
          </p:nvPr>
        </p:nvSpPr>
        <p:spPr/>
        <p:txBody>
          <a:bodyPr/>
          <a:lstStyle/>
          <a:p>
            <a:fld id="{D5557E57-8FF5-498F-85CD-A04FA8F809F1}" type="slidenum">
              <a:rPr lang="en-US" smtClean="0"/>
              <a:pPr/>
              <a:t>2</a:t>
            </a:fld>
            <a:endParaRPr lang="en-US"/>
          </a:p>
        </p:txBody>
      </p:sp>
      <p:sp>
        <p:nvSpPr>
          <p:cNvPr id="11" name="TextBox 10">
            <a:extLst>
              <a:ext uri="{FF2B5EF4-FFF2-40B4-BE49-F238E27FC236}">
                <a16:creationId xmlns:a16="http://schemas.microsoft.com/office/drawing/2014/main" id="{3AF2D12D-0652-8B26-CD0A-DDE0DF67733F}"/>
              </a:ext>
            </a:extLst>
          </p:cNvPr>
          <p:cNvSpPr txBox="1"/>
          <p:nvPr/>
        </p:nvSpPr>
        <p:spPr>
          <a:xfrm>
            <a:off x="548075" y="1405983"/>
            <a:ext cx="4817555" cy="3139321"/>
          </a:xfrm>
          <a:prstGeom prst="rect">
            <a:avLst/>
          </a:prstGeom>
          <a:solidFill>
            <a:schemeClr val="bg1">
              <a:lumMod val="95000"/>
            </a:schemeClr>
          </a:solidFill>
        </p:spPr>
        <p:txBody>
          <a:bodyPr wrap="square" rtlCol="0">
            <a:spAutoFit/>
          </a:bodyPr>
          <a:lstStyle/>
          <a:p>
            <a:r>
              <a:rPr lang="en-US" dirty="0">
                <a:latin typeface="OCR A Extended" panose="02010509020102010303" pitchFamily="50" charset="0"/>
              </a:rPr>
              <a:t>Property Account</a:t>
            </a:r>
          </a:p>
          <a:p>
            <a:r>
              <a:rPr lang="en-US" dirty="0">
                <a:latin typeface="OCR A Extended" panose="02010509020102010303" pitchFamily="50" charset="0"/>
              </a:rPr>
              <a:t>└── System </a:t>
            </a:r>
            <a:r>
              <a:rPr lang="en-US" sz="1200" dirty="0">
                <a:latin typeface="OCR A Extended" panose="02010509020102010303" pitchFamily="50" charset="0"/>
              </a:rPr>
              <a:t>(Parent Asset)</a:t>
            </a:r>
          </a:p>
          <a:p>
            <a:r>
              <a:rPr lang="en-US" dirty="0">
                <a:latin typeface="OCR A Extended" panose="02010509020102010303" pitchFamily="50" charset="0"/>
              </a:rPr>
              <a:t>       ├── Controller</a:t>
            </a:r>
          </a:p>
          <a:p>
            <a:r>
              <a:rPr lang="en-US" dirty="0">
                <a:latin typeface="OCR A Extended" panose="02010509020102010303" pitchFamily="50" charset="0"/>
              </a:rPr>
              <a:t>         ├── Program</a:t>
            </a:r>
          </a:p>
          <a:p>
            <a:r>
              <a:rPr lang="en-US" dirty="0">
                <a:latin typeface="OCR A Extended" panose="02010509020102010303" pitchFamily="50" charset="0"/>
              </a:rPr>
              <a:t>         ├── Zone 1</a:t>
            </a:r>
          </a:p>
          <a:p>
            <a:r>
              <a:rPr lang="en-US" dirty="0">
                <a:latin typeface="OCR A Extended" panose="02010509020102010303" pitchFamily="50" charset="0"/>
              </a:rPr>
              <a:t>           ├── Valve</a:t>
            </a:r>
          </a:p>
          <a:p>
            <a:r>
              <a:rPr lang="en-US" dirty="0">
                <a:latin typeface="OCR A Extended" panose="02010509020102010303" pitchFamily="50" charset="0"/>
              </a:rPr>
              <a:t>           ├── Distribution</a:t>
            </a:r>
          </a:p>
          <a:p>
            <a:r>
              <a:rPr lang="en-US" dirty="0">
                <a:latin typeface="OCR A Extended" panose="02010509020102010303" pitchFamily="50" charset="0"/>
              </a:rPr>
              <a:t>         ├── Zone 2</a:t>
            </a:r>
          </a:p>
          <a:p>
            <a:r>
              <a:rPr lang="en-US" dirty="0">
                <a:latin typeface="OCR A Extended" panose="02010509020102010303" pitchFamily="50" charset="0"/>
              </a:rPr>
              <a:t>    ├── Pump</a:t>
            </a:r>
          </a:p>
          <a:p>
            <a:r>
              <a:rPr lang="en-US" dirty="0">
                <a:latin typeface="OCR A Extended" panose="02010509020102010303" pitchFamily="50" charset="0"/>
              </a:rPr>
              <a:t>    └── Backflow Preventer</a:t>
            </a:r>
          </a:p>
          <a:p>
            <a:endParaRPr lang="en-US" dirty="0"/>
          </a:p>
        </p:txBody>
      </p:sp>
      <p:sp>
        <p:nvSpPr>
          <p:cNvPr id="3" name="Text Placeholder 3">
            <a:extLst>
              <a:ext uri="{FF2B5EF4-FFF2-40B4-BE49-F238E27FC236}">
                <a16:creationId xmlns:a16="http://schemas.microsoft.com/office/drawing/2014/main" id="{244F1A36-3FCB-3AA1-AEC3-A0925026A2AF}"/>
              </a:ext>
            </a:extLst>
          </p:cNvPr>
          <p:cNvSpPr>
            <a:spLocks noGrp="1"/>
          </p:cNvSpPr>
          <p:nvPr>
            <p:ph type="body" sz="quarter" idx="15"/>
          </p:nvPr>
        </p:nvSpPr>
        <p:spPr>
          <a:xfrm>
            <a:off x="5620902" y="1405983"/>
            <a:ext cx="6374920" cy="2902853"/>
          </a:xfrm>
        </p:spPr>
        <p:txBody>
          <a:bodyPr/>
          <a:lstStyle/>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Where does this hierarchy match how your team actually thinks in the field?</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Where does it break in real jobs, like shared assets, urgency, or incomplete data?</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Which hierarchy details are too hard to maintain in daily operations?</a:t>
            </a:r>
            <a:endParaRPr lang="en-US" dirty="0"/>
          </a:p>
        </p:txBody>
      </p:sp>
    </p:spTree>
    <p:extLst>
      <p:ext uri="{BB962C8B-B14F-4D97-AF65-F5344CB8AC3E}">
        <p14:creationId xmlns:p14="http://schemas.microsoft.com/office/powerpoint/2010/main" val="4289546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EEC0-30AE-DD21-6454-642D55D78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87C12-3041-FC0D-0FDC-1E7DA9752395}"/>
              </a:ext>
            </a:extLst>
          </p:cNvPr>
          <p:cNvSpPr>
            <a:spLocks noGrp="1"/>
          </p:cNvSpPr>
          <p:nvPr>
            <p:ph type="title"/>
          </p:nvPr>
        </p:nvSpPr>
        <p:spPr/>
        <p:txBody>
          <a:bodyPr/>
          <a:lstStyle/>
          <a:p>
            <a:r>
              <a:rPr lang="en-US" dirty="0"/>
              <a:t>System Setup </a:t>
            </a:r>
          </a:p>
        </p:txBody>
      </p:sp>
      <p:sp>
        <p:nvSpPr>
          <p:cNvPr id="18" name="Slide Number Placeholder 17">
            <a:extLst>
              <a:ext uri="{FF2B5EF4-FFF2-40B4-BE49-F238E27FC236}">
                <a16:creationId xmlns:a16="http://schemas.microsoft.com/office/drawing/2014/main" id="{6DD3322C-1A3E-C1E9-9C06-652CDC973B17}"/>
              </a:ext>
            </a:extLst>
          </p:cNvPr>
          <p:cNvSpPr>
            <a:spLocks noGrp="1"/>
          </p:cNvSpPr>
          <p:nvPr>
            <p:ph type="sldNum" sz="quarter" idx="13"/>
          </p:nvPr>
        </p:nvSpPr>
        <p:spPr/>
        <p:txBody>
          <a:bodyPr/>
          <a:lstStyle/>
          <a:p>
            <a:fld id="{D5557E57-8FF5-498F-85CD-A04FA8F809F1}" type="slidenum">
              <a:rPr lang="en-US" smtClean="0"/>
              <a:pPr/>
              <a:t>3</a:t>
            </a:fld>
            <a:endParaRPr lang="en-US"/>
          </a:p>
        </p:txBody>
      </p:sp>
      <p:sp>
        <p:nvSpPr>
          <p:cNvPr id="4" name="Text Placeholder 3">
            <a:extLst>
              <a:ext uri="{FF2B5EF4-FFF2-40B4-BE49-F238E27FC236}">
                <a16:creationId xmlns:a16="http://schemas.microsoft.com/office/drawing/2014/main" id="{2F49CF14-35F2-2E54-4524-CDAC753C717D}"/>
              </a:ext>
            </a:extLst>
          </p:cNvPr>
          <p:cNvSpPr>
            <a:spLocks noGrp="1"/>
          </p:cNvSpPr>
          <p:nvPr>
            <p:ph type="body" sz="quarter" idx="15"/>
          </p:nvPr>
        </p:nvSpPr>
        <p:spPr>
          <a:xfrm>
            <a:off x="550950" y="1237826"/>
            <a:ext cx="4673803" cy="4421102"/>
          </a:xfrm>
          <a:solidFill>
            <a:schemeClr val="bg1">
              <a:lumMod val="85000"/>
            </a:schemeClr>
          </a:solidFill>
        </p:spPr>
        <p:txBody>
          <a:bodyPr/>
          <a:lstStyle/>
          <a:p>
            <a:r>
              <a:rPr lang="en-US" dirty="0"/>
              <a:t>Prototype demo…</a:t>
            </a:r>
          </a:p>
        </p:txBody>
      </p:sp>
      <p:sp>
        <p:nvSpPr>
          <p:cNvPr id="3" name="Text Placeholder 3">
            <a:extLst>
              <a:ext uri="{FF2B5EF4-FFF2-40B4-BE49-F238E27FC236}">
                <a16:creationId xmlns:a16="http://schemas.microsoft.com/office/drawing/2014/main" id="{3577EA82-0C12-8714-820B-446AAF3FBD51}"/>
              </a:ext>
            </a:extLst>
          </p:cNvPr>
          <p:cNvSpPr txBox="1">
            <a:spLocks/>
          </p:cNvSpPr>
          <p:nvPr/>
        </p:nvSpPr>
        <p:spPr>
          <a:xfrm>
            <a:off x="5748137" y="1496619"/>
            <a:ext cx="5917721" cy="3679231"/>
          </a:xfrm>
          <a:prstGeom prst="rect">
            <a:avLst/>
          </a:prstGeom>
        </p:spPr>
        <p:txBody>
          <a:bodyPr vert="horz" wrap="square" lIns="91440" tIns="45720" rIns="91440" bIns="45720" rtlCol="0">
            <a:noAutofit/>
          </a:bodyPr>
          <a:lstStyle>
            <a:lvl1pPr marL="0" indent="0" algn="l" defTabSz="685800" rtl="0" eaLnBrk="1" latinLnBrk="0" hangingPunct="1">
              <a:lnSpc>
                <a:spcPct val="100000"/>
              </a:lnSpc>
              <a:spcBef>
                <a:spcPts val="0"/>
              </a:spcBef>
              <a:buClr>
                <a:schemeClr val="bg2"/>
              </a:buClr>
              <a:buFont typeface="Arial"/>
              <a:buNone/>
              <a:defRPr lang="en-US" sz="2400" kern="1200" dirty="0">
                <a:solidFill>
                  <a:schemeClr val="tx1"/>
                </a:solidFill>
                <a:latin typeface="+mj-lt"/>
                <a:ea typeface="+mn-ea"/>
                <a:cs typeface="Segoe UI Light" panose="020B0502040204020203" pitchFamily="34" charset="0"/>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457200" indent="-457200">
              <a:buClr>
                <a:schemeClr val="bg2">
                  <a:lumMod val="50000"/>
                </a:schemeClr>
              </a:buClr>
              <a:buFont typeface="+mj-lt"/>
              <a:buAutoNum type="arabicPeriod"/>
            </a:pPr>
            <a:r>
              <a:rPr lang="en-US" sz="2000" dirty="0"/>
              <a:t>What setup steps would your team skip under time pressure?</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Which fields are realistically known at setup versus only known on-site?</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Which errors currently hurt you most downstream?</a:t>
            </a:r>
            <a:endParaRPr lang="en-US" dirty="0"/>
          </a:p>
        </p:txBody>
      </p:sp>
      <p:pic>
        <p:nvPicPr>
          <p:cNvPr id="6" name="Picture 5">
            <a:extLst>
              <a:ext uri="{FF2B5EF4-FFF2-40B4-BE49-F238E27FC236}">
                <a16:creationId xmlns:a16="http://schemas.microsoft.com/office/drawing/2014/main" id="{6270874F-99EC-82AB-14DE-58E6F49EF0AD}"/>
              </a:ext>
            </a:extLst>
          </p:cNvPr>
          <p:cNvPicPr>
            <a:picLocks noChangeAspect="1"/>
          </p:cNvPicPr>
          <p:nvPr/>
        </p:nvPicPr>
        <p:blipFill>
          <a:blip r:embed="rId3"/>
          <a:stretch>
            <a:fillRect/>
          </a:stretch>
        </p:blipFill>
        <p:spPr>
          <a:xfrm>
            <a:off x="687269" y="2112100"/>
            <a:ext cx="4401164" cy="2448267"/>
          </a:xfrm>
          <a:prstGeom prst="rect">
            <a:avLst/>
          </a:prstGeom>
        </p:spPr>
      </p:pic>
    </p:spTree>
    <p:extLst>
      <p:ext uri="{BB962C8B-B14F-4D97-AF65-F5344CB8AC3E}">
        <p14:creationId xmlns:p14="http://schemas.microsoft.com/office/powerpoint/2010/main" val="393851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74B51-672B-B31E-E013-1DE8F29F4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19FAE-6CB3-8C85-3181-0FA2F9E94DE3}"/>
              </a:ext>
            </a:extLst>
          </p:cNvPr>
          <p:cNvSpPr>
            <a:spLocks noGrp="1"/>
          </p:cNvSpPr>
          <p:nvPr>
            <p:ph type="title"/>
          </p:nvPr>
        </p:nvSpPr>
        <p:spPr/>
        <p:txBody>
          <a:bodyPr/>
          <a:lstStyle/>
          <a:p>
            <a:r>
              <a:rPr lang="en-US" dirty="0"/>
              <a:t>Process</a:t>
            </a:r>
          </a:p>
        </p:txBody>
      </p:sp>
      <p:sp>
        <p:nvSpPr>
          <p:cNvPr id="18" name="Slide Number Placeholder 17">
            <a:extLst>
              <a:ext uri="{FF2B5EF4-FFF2-40B4-BE49-F238E27FC236}">
                <a16:creationId xmlns:a16="http://schemas.microsoft.com/office/drawing/2014/main" id="{4BC87F8F-833A-FD15-437C-991C9E9881FD}"/>
              </a:ext>
            </a:extLst>
          </p:cNvPr>
          <p:cNvSpPr>
            <a:spLocks noGrp="1"/>
          </p:cNvSpPr>
          <p:nvPr>
            <p:ph type="sldNum" sz="quarter" idx="13"/>
          </p:nvPr>
        </p:nvSpPr>
        <p:spPr/>
        <p:txBody>
          <a:bodyPr/>
          <a:lstStyle/>
          <a:p>
            <a:fld id="{D5557E57-8FF5-498F-85CD-A04FA8F809F1}" type="slidenum">
              <a:rPr lang="en-US" smtClean="0"/>
              <a:pPr/>
              <a:t>4</a:t>
            </a:fld>
            <a:endParaRPr lang="en-US"/>
          </a:p>
        </p:txBody>
      </p:sp>
      <p:sp>
        <p:nvSpPr>
          <p:cNvPr id="3" name="Text Placeholder 3">
            <a:extLst>
              <a:ext uri="{FF2B5EF4-FFF2-40B4-BE49-F238E27FC236}">
                <a16:creationId xmlns:a16="http://schemas.microsoft.com/office/drawing/2014/main" id="{1C66BCD7-514C-EBC0-167F-D032A6DFABCB}"/>
              </a:ext>
            </a:extLst>
          </p:cNvPr>
          <p:cNvSpPr>
            <a:spLocks noGrp="1"/>
          </p:cNvSpPr>
          <p:nvPr>
            <p:ph type="body" sz="quarter" idx="15"/>
          </p:nvPr>
        </p:nvSpPr>
        <p:spPr>
          <a:xfrm>
            <a:off x="550950" y="1217495"/>
            <a:ext cx="5772212" cy="4136342"/>
          </a:xfrm>
          <a:solidFill>
            <a:schemeClr val="bg1">
              <a:lumMod val="95000"/>
            </a:schemeClr>
          </a:solidFill>
        </p:spPr>
        <p:txBody>
          <a:bodyPr/>
          <a:lstStyle/>
          <a:p>
            <a:pPr marL="342900" indent="-342900">
              <a:buClr>
                <a:schemeClr val="tx1">
                  <a:lumMod val="75000"/>
                  <a:lumOff val="25000"/>
                </a:schemeClr>
              </a:buClr>
              <a:buFont typeface="+mj-lt"/>
              <a:buAutoNum type="arabicPeriod"/>
            </a:pPr>
            <a:r>
              <a:rPr lang="en-US" sz="1800" dirty="0"/>
              <a:t>Planned work comes from the normal contract flow.</a:t>
            </a:r>
          </a:p>
          <a:p>
            <a:pPr marL="342900" indent="-342900">
              <a:buClr>
                <a:schemeClr val="tx1">
                  <a:lumMod val="75000"/>
                  <a:lumOff val="25000"/>
                </a:schemeClr>
              </a:buClr>
              <a:buFont typeface="+mj-lt"/>
              <a:buAutoNum type="arabicPeriod"/>
            </a:pPr>
            <a:r>
              <a:rPr lang="en-US" sz="1800" dirty="0"/>
              <a:t>Emergency work starts as a simple field request and gets routed for action.</a:t>
            </a:r>
          </a:p>
          <a:p>
            <a:pPr marL="342900" indent="-342900">
              <a:buClr>
                <a:schemeClr val="tx1">
                  <a:lumMod val="75000"/>
                  <a:lumOff val="25000"/>
                </a:schemeClr>
              </a:buClr>
              <a:buFont typeface="+mj-lt"/>
              <a:buAutoNum type="arabicPeriod"/>
            </a:pPr>
            <a:r>
              <a:rPr lang="en-US" sz="1800" dirty="0"/>
              <a:t>System information is set up before the visit so the tech has the right context.</a:t>
            </a:r>
          </a:p>
          <a:p>
            <a:pPr marL="342900" indent="-342900">
              <a:buClr>
                <a:schemeClr val="tx1">
                  <a:lumMod val="75000"/>
                  <a:lumOff val="25000"/>
                </a:schemeClr>
              </a:buClr>
              <a:buFont typeface="+mj-lt"/>
              <a:buAutoNum type="arabicPeriod"/>
            </a:pPr>
            <a:r>
              <a:rPr lang="en-US" sz="1800" dirty="0"/>
              <a:t>The tech captures the visit results in one place.</a:t>
            </a:r>
          </a:p>
          <a:p>
            <a:pPr marL="342900" indent="-342900">
              <a:buClr>
                <a:schemeClr val="tx1">
                  <a:lumMod val="75000"/>
                  <a:lumOff val="25000"/>
                </a:schemeClr>
              </a:buClr>
              <a:buFont typeface="+mj-lt"/>
              <a:buAutoNum type="arabicPeriod"/>
            </a:pPr>
            <a:r>
              <a:rPr lang="en-US" sz="1800" dirty="0"/>
              <a:t>Internal users see the details they need to decide next steps.</a:t>
            </a:r>
          </a:p>
          <a:p>
            <a:pPr marL="342900" indent="-342900">
              <a:buClr>
                <a:schemeClr val="tx1">
                  <a:lumMod val="75000"/>
                  <a:lumOff val="25000"/>
                </a:schemeClr>
              </a:buClr>
              <a:buFont typeface="+mj-lt"/>
              <a:buAutoNum type="arabicPeriod"/>
            </a:pPr>
            <a:r>
              <a:rPr lang="en-US" sz="1800" dirty="0"/>
              <a:t>The customer gets a clear service confirmation or report.</a:t>
            </a:r>
          </a:p>
          <a:p>
            <a:pPr marL="342900" indent="-342900">
              <a:buClr>
                <a:schemeClr val="tx1">
                  <a:lumMod val="75000"/>
                  <a:lumOff val="25000"/>
                </a:schemeClr>
              </a:buClr>
              <a:buFont typeface="+mj-lt"/>
              <a:buAutoNum type="arabicPeriod"/>
            </a:pPr>
            <a:r>
              <a:rPr lang="en-US" sz="1800" dirty="0"/>
              <a:t>The branch team can use the output to create a proposal or follow-up action.</a:t>
            </a:r>
          </a:p>
          <a:p>
            <a:pPr marL="342900" indent="-342900">
              <a:buClr>
                <a:schemeClr val="tx1">
                  <a:lumMod val="75000"/>
                  <a:lumOff val="25000"/>
                </a:schemeClr>
              </a:buClr>
              <a:buFont typeface="+mj-lt"/>
              <a:buAutoNum type="arabicPeriod"/>
            </a:pPr>
            <a:r>
              <a:rPr lang="en-US" sz="1800" dirty="0"/>
              <a:t>Keep internal notes separate from customer-facing notes.</a:t>
            </a:r>
            <a:endParaRPr lang="en-US" dirty="0"/>
          </a:p>
        </p:txBody>
      </p:sp>
      <p:sp>
        <p:nvSpPr>
          <p:cNvPr id="4" name="Text Placeholder 3">
            <a:extLst>
              <a:ext uri="{FF2B5EF4-FFF2-40B4-BE49-F238E27FC236}">
                <a16:creationId xmlns:a16="http://schemas.microsoft.com/office/drawing/2014/main" id="{8452014F-1511-F4E4-76FD-54D2D03ED110}"/>
              </a:ext>
            </a:extLst>
          </p:cNvPr>
          <p:cNvSpPr txBox="1">
            <a:spLocks/>
          </p:cNvSpPr>
          <p:nvPr/>
        </p:nvSpPr>
        <p:spPr>
          <a:xfrm>
            <a:off x="6495691" y="1187473"/>
            <a:ext cx="5503652" cy="4423012"/>
          </a:xfrm>
          <a:prstGeom prst="rect">
            <a:avLst/>
          </a:prstGeom>
        </p:spPr>
        <p:txBody>
          <a:bodyPr vert="horz" wrap="square" lIns="91440" tIns="45720" rIns="91440" bIns="45720" rtlCol="0">
            <a:noAutofit/>
          </a:bodyPr>
          <a:lstStyle>
            <a:lvl1pPr marL="0" indent="0" algn="l" defTabSz="685800" rtl="0" eaLnBrk="1" latinLnBrk="0" hangingPunct="1">
              <a:lnSpc>
                <a:spcPct val="100000"/>
              </a:lnSpc>
              <a:spcBef>
                <a:spcPts val="0"/>
              </a:spcBef>
              <a:buClr>
                <a:schemeClr val="bg2"/>
              </a:buClr>
              <a:buFont typeface="Arial"/>
              <a:buNone/>
              <a:defRPr lang="en-US" sz="2400" kern="1200" dirty="0">
                <a:solidFill>
                  <a:schemeClr val="tx1"/>
                </a:solidFill>
                <a:latin typeface="+mj-lt"/>
                <a:ea typeface="+mn-ea"/>
                <a:cs typeface="Segoe UI Light" panose="020B0502040204020203" pitchFamily="34" charset="0"/>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What would you trust the system to auto-assign on day one, and what must stay manual?</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Where do handoffs fail today between AM, coordinator, and technician?</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How is the system information set up today, and what has to be in place before a PMI, Assessment, or Repair visit can happen?</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What part of the setup is field-owned versus office-owned?</a:t>
            </a:r>
            <a:endParaRPr lang="en-US" dirty="0"/>
          </a:p>
        </p:txBody>
      </p:sp>
    </p:spTree>
    <p:extLst>
      <p:ext uri="{BB962C8B-B14F-4D97-AF65-F5344CB8AC3E}">
        <p14:creationId xmlns:p14="http://schemas.microsoft.com/office/powerpoint/2010/main" val="3012893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74CDA-5828-20CA-0891-1B5E3A88B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CF3F2-034D-F818-68BF-CCE999997924}"/>
              </a:ext>
            </a:extLst>
          </p:cNvPr>
          <p:cNvSpPr>
            <a:spLocks noGrp="1"/>
          </p:cNvSpPr>
          <p:nvPr>
            <p:ph type="title"/>
          </p:nvPr>
        </p:nvSpPr>
        <p:spPr/>
        <p:txBody>
          <a:bodyPr/>
          <a:lstStyle/>
          <a:p>
            <a:r>
              <a:rPr lang="en-US" dirty="0"/>
              <a:t>Inspection Question Library</a:t>
            </a:r>
          </a:p>
        </p:txBody>
      </p:sp>
      <p:sp>
        <p:nvSpPr>
          <p:cNvPr id="18" name="Slide Number Placeholder 17">
            <a:extLst>
              <a:ext uri="{FF2B5EF4-FFF2-40B4-BE49-F238E27FC236}">
                <a16:creationId xmlns:a16="http://schemas.microsoft.com/office/drawing/2014/main" id="{846BD0F4-FD29-0868-121D-1B24A796C050}"/>
              </a:ext>
            </a:extLst>
          </p:cNvPr>
          <p:cNvSpPr>
            <a:spLocks noGrp="1"/>
          </p:cNvSpPr>
          <p:nvPr>
            <p:ph type="sldNum" sz="quarter" idx="13"/>
          </p:nvPr>
        </p:nvSpPr>
        <p:spPr/>
        <p:txBody>
          <a:bodyPr/>
          <a:lstStyle/>
          <a:p>
            <a:fld id="{D5557E57-8FF5-498F-85CD-A04FA8F809F1}" type="slidenum">
              <a:rPr lang="en-US" smtClean="0"/>
              <a:pPr/>
              <a:t>5</a:t>
            </a:fld>
            <a:endParaRPr lang="en-US"/>
          </a:p>
        </p:txBody>
      </p:sp>
      <p:sp>
        <p:nvSpPr>
          <p:cNvPr id="3" name="Text Placeholder 3">
            <a:extLst>
              <a:ext uri="{FF2B5EF4-FFF2-40B4-BE49-F238E27FC236}">
                <a16:creationId xmlns:a16="http://schemas.microsoft.com/office/drawing/2014/main" id="{F029C179-1A79-A01A-CD17-AEB7C2901D13}"/>
              </a:ext>
            </a:extLst>
          </p:cNvPr>
          <p:cNvSpPr>
            <a:spLocks noGrp="1"/>
          </p:cNvSpPr>
          <p:nvPr>
            <p:ph type="body" sz="quarter" idx="15"/>
          </p:nvPr>
        </p:nvSpPr>
        <p:spPr>
          <a:xfrm>
            <a:off x="803475" y="1368926"/>
            <a:ext cx="5073990" cy="3919066"/>
          </a:xfrm>
          <a:solidFill>
            <a:schemeClr val="bg1">
              <a:lumMod val="95000"/>
            </a:schemeClr>
          </a:solidFill>
        </p:spPr>
        <p:txBody>
          <a:bodyPr/>
          <a:lstStyle/>
          <a:p>
            <a:pPr marL="457200" indent="-457200">
              <a:buClr>
                <a:schemeClr val="tx1">
                  <a:lumMod val="75000"/>
                  <a:lumOff val="25000"/>
                </a:schemeClr>
              </a:buClr>
              <a:buFont typeface="+mj-lt"/>
              <a:buAutoNum type="arabicPeriod"/>
            </a:pPr>
            <a:r>
              <a:rPr lang="en-US" dirty="0"/>
              <a:t>Visit Context</a:t>
            </a:r>
          </a:p>
          <a:p>
            <a:pPr marL="457200" indent="-457200">
              <a:buClr>
                <a:schemeClr val="tx1">
                  <a:lumMod val="75000"/>
                  <a:lumOff val="25000"/>
                </a:schemeClr>
              </a:buClr>
              <a:buFont typeface="+mj-lt"/>
              <a:buAutoNum type="arabicPeriod"/>
            </a:pPr>
            <a:r>
              <a:rPr lang="en-US" dirty="0"/>
              <a:t>Site Conditions</a:t>
            </a:r>
          </a:p>
          <a:p>
            <a:pPr marL="457200" indent="-457200">
              <a:buClr>
                <a:schemeClr val="tx1">
                  <a:lumMod val="75000"/>
                  <a:lumOff val="25000"/>
                </a:schemeClr>
              </a:buClr>
              <a:buFont typeface="+mj-lt"/>
              <a:buAutoNum type="arabicPeriod"/>
            </a:pPr>
            <a:r>
              <a:rPr lang="en-US" dirty="0"/>
              <a:t>Water Source</a:t>
            </a:r>
          </a:p>
          <a:p>
            <a:pPr marL="457200" indent="-457200">
              <a:buClr>
                <a:schemeClr val="tx1">
                  <a:lumMod val="75000"/>
                  <a:lumOff val="25000"/>
                </a:schemeClr>
              </a:buClr>
              <a:buFont typeface="+mj-lt"/>
              <a:buAutoNum type="arabicPeriod"/>
            </a:pPr>
            <a:r>
              <a:rPr lang="en-US" dirty="0"/>
              <a:t>Backflow</a:t>
            </a:r>
          </a:p>
          <a:p>
            <a:pPr marL="457200" indent="-457200">
              <a:buClr>
                <a:schemeClr val="tx1">
                  <a:lumMod val="75000"/>
                  <a:lumOff val="25000"/>
                </a:schemeClr>
              </a:buClr>
              <a:buFont typeface="+mj-lt"/>
              <a:buAutoNum type="arabicPeriod"/>
            </a:pPr>
            <a:r>
              <a:rPr lang="en-US" dirty="0"/>
              <a:t>Controller</a:t>
            </a:r>
          </a:p>
          <a:p>
            <a:pPr marL="457200" indent="-457200">
              <a:buClr>
                <a:schemeClr val="tx1">
                  <a:lumMod val="75000"/>
                  <a:lumOff val="25000"/>
                </a:schemeClr>
              </a:buClr>
              <a:buFont typeface="+mj-lt"/>
              <a:buAutoNum type="arabicPeriod"/>
            </a:pPr>
            <a:r>
              <a:rPr lang="en-US" dirty="0"/>
              <a:t>Program Schedule</a:t>
            </a:r>
          </a:p>
          <a:p>
            <a:pPr marL="457200" indent="-457200">
              <a:buClr>
                <a:schemeClr val="tx1">
                  <a:lumMod val="75000"/>
                  <a:lumOff val="25000"/>
                </a:schemeClr>
              </a:buClr>
              <a:buFont typeface="+mj-lt"/>
              <a:buAutoNum type="arabicPeriod"/>
            </a:pPr>
            <a:r>
              <a:rPr lang="en-US" dirty="0"/>
              <a:t>Zone Inspection</a:t>
            </a:r>
          </a:p>
          <a:p>
            <a:pPr marL="457200" indent="-457200">
              <a:buClr>
                <a:schemeClr val="tx1">
                  <a:lumMod val="75000"/>
                  <a:lumOff val="25000"/>
                </a:schemeClr>
              </a:buClr>
              <a:buFont typeface="+mj-lt"/>
              <a:buAutoNum type="arabicPeriod"/>
            </a:pPr>
            <a:r>
              <a:rPr lang="en-US" dirty="0"/>
              <a:t>Mainline – Distribution</a:t>
            </a:r>
          </a:p>
          <a:p>
            <a:pPr marL="457200" indent="-457200">
              <a:buClr>
                <a:schemeClr val="tx1">
                  <a:lumMod val="75000"/>
                  <a:lumOff val="25000"/>
                </a:schemeClr>
              </a:buClr>
              <a:buFont typeface="+mj-lt"/>
              <a:buAutoNum type="arabicPeriod"/>
            </a:pPr>
            <a:r>
              <a:rPr lang="en-US" dirty="0"/>
              <a:t>Summary and Recommendations</a:t>
            </a:r>
          </a:p>
          <a:p>
            <a:pPr marL="342900" indent="-342900">
              <a:buClr>
                <a:schemeClr val="tx1">
                  <a:lumMod val="75000"/>
                  <a:lumOff val="25000"/>
                </a:schemeClr>
              </a:buClr>
              <a:buFont typeface="Arial" panose="020B0604020202020204" pitchFamily="34" charset="0"/>
              <a:buChar char="•"/>
            </a:pPr>
            <a:endParaRPr lang="en-US" dirty="0"/>
          </a:p>
          <a:p>
            <a:pPr marL="342900" indent="-342900">
              <a:buClr>
                <a:schemeClr val="tx1">
                  <a:lumMod val="75000"/>
                  <a:lumOff val="25000"/>
                </a:schemeClr>
              </a:buCl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36365452-79C9-589A-8462-0D0089D502D5}"/>
              </a:ext>
            </a:extLst>
          </p:cNvPr>
          <p:cNvSpPr txBox="1">
            <a:spLocks/>
          </p:cNvSpPr>
          <p:nvPr/>
        </p:nvSpPr>
        <p:spPr>
          <a:xfrm>
            <a:off x="6096000" y="1368926"/>
            <a:ext cx="5744030" cy="4151977"/>
          </a:xfrm>
          <a:prstGeom prst="rect">
            <a:avLst/>
          </a:prstGeom>
        </p:spPr>
        <p:txBody>
          <a:bodyPr vert="horz" wrap="square" lIns="91440" tIns="45720" rIns="91440" bIns="45720" rtlCol="0">
            <a:noAutofit/>
          </a:bodyPr>
          <a:lstStyle>
            <a:lvl1pPr marL="0" indent="0" algn="l" defTabSz="685800" rtl="0" eaLnBrk="1" latinLnBrk="0" hangingPunct="1">
              <a:lnSpc>
                <a:spcPct val="100000"/>
              </a:lnSpc>
              <a:spcBef>
                <a:spcPts val="0"/>
              </a:spcBef>
              <a:buClr>
                <a:schemeClr val="bg2"/>
              </a:buClr>
              <a:buFont typeface="Arial"/>
              <a:buNone/>
              <a:defRPr lang="en-US" sz="2400" kern="1200" dirty="0">
                <a:solidFill>
                  <a:schemeClr val="tx1"/>
                </a:solidFill>
                <a:latin typeface="+mj-lt"/>
                <a:ea typeface="+mn-ea"/>
                <a:cs typeface="Segoe UI Light" panose="020B0502040204020203" pitchFamily="34" charset="0"/>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Which sections are nationally mandatory versus region-variant?</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Which questions belong to PMI, which belong to Assessment, and which only belong in Repair so the routine inspection stays fast?</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Which answers must be structured for reporting integrity?</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Which failed responses must always generate a suggested callout?</a:t>
            </a:r>
            <a:endParaRPr lang="en-US" dirty="0"/>
          </a:p>
        </p:txBody>
      </p:sp>
    </p:spTree>
    <p:extLst>
      <p:ext uri="{BB962C8B-B14F-4D97-AF65-F5344CB8AC3E}">
        <p14:creationId xmlns:p14="http://schemas.microsoft.com/office/powerpoint/2010/main" val="1059812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69ED2-DB07-58CB-7345-946061010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F90F5-A652-4CC9-509C-C32AFEC6A7B9}"/>
              </a:ext>
            </a:extLst>
          </p:cNvPr>
          <p:cNvSpPr>
            <a:spLocks noGrp="1"/>
          </p:cNvSpPr>
          <p:nvPr>
            <p:ph type="title"/>
          </p:nvPr>
        </p:nvSpPr>
        <p:spPr/>
        <p:txBody>
          <a:bodyPr/>
          <a:lstStyle/>
          <a:p>
            <a:r>
              <a:rPr lang="en-US" dirty="0"/>
              <a:t>Mobile App Structure</a:t>
            </a:r>
          </a:p>
        </p:txBody>
      </p:sp>
      <p:sp>
        <p:nvSpPr>
          <p:cNvPr id="18" name="Slide Number Placeholder 17">
            <a:extLst>
              <a:ext uri="{FF2B5EF4-FFF2-40B4-BE49-F238E27FC236}">
                <a16:creationId xmlns:a16="http://schemas.microsoft.com/office/drawing/2014/main" id="{763F1BC2-E3B6-23D1-D114-925155512C5A}"/>
              </a:ext>
            </a:extLst>
          </p:cNvPr>
          <p:cNvSpPr>
            <a:spLocks noGrp="1"/>
          </p:cNvSpPr>
          <p:nvPr>
            <p:ph type="sldNum" sz="quarter" idx="13"/>
          </p:nvPr>
        </p:nvSpPr>
        <p:spPr/>
        <p:txBody>
          <a:bodyPr/>
          <a:lstStyle/>
          <a:p>
            <a:fld id="{D5557E57-8FF5-498F-85CD-A04FA8F809F1}" type="slidenum">
              <a:rPr lang="en-US" smtClean="0"/>
              <a:pPr/>
              <a:t>6</a:t>
            </a:fld>
            <a:endParaRPr lang="en-US"/>
          </a:p>
        </p:txBody>
      </p:sp>
      <p:sp>
        <p:nvSpPr>
          <p:cNvPr id="11" name="TextBox 10">
            <a:extLst>
              <a:ext uri="{FF2B5EF4-FFF2-40B4-BE49-F238E27FC236}">
                <a16:creationId xmlns:a16="http://schemas.microsoft.com/office/drawing/2014/main" id="{D18810C7-17FF-CC84-E68C-AF98B5DEAFA1}"/>
              </a:ext>
            </a:extLst>
          </p:cNvPr>
          <p:cNvSpPr txBox="1"/>
          <p:nvPr/>
        </p:nvSpPr>
        <p:spPr>
          <a:xfrm>
            <a:off x="421554" y="1720840"/>
            <a:ext cx="5384023" cy="3416320"/>
          </a:xfrm>
          <a:prstGeom prst="rect">
            <a:avLst/>
          </a:prstGeom>
          <a:solidFill>
            <a:schemeClr val="bg1">
              <a:lumMod val="95000"/>
            </a:schemeClr>
          </a:solidFill>
        </p:spPr>
        <p:txBody>
          <a:bodyPr wrap="square" rtlCol="0">
            <a:spAutoFit/>
          </a:bodyPr>
          <a:lstStyle/>
          <a:p>
            <a:r>
              <a:rPr lang="en-US" dirty="0">
                <a:latin typeface="OCR A Extended" panose="02010509020102010303" pitchFamily="50" charset="0"/>
              </a:rPr>
              <a:t>Service Appointment</a:t>
            </a:r>
          </a:p>
          <a:p>
            <a:r>
              <a:rPr lang="en-US" dirty="0">
                <a:latin typeface="OCR A Extended" panose="02010509020102010303" pitchFamily="50" charset="0"/>
              </a:rPr>
              <a:t>└── Work Order Line Item </a:t>
            </a:r>
            <a:r>
              <a:rPr lang="en-US" sz="1200" dirty="0">
                <a:latin typeface="OCR A Extended" panose="02010509020102010303" pitchFamily="50" charset="0"/>
              </a:rPr>
              <a:t>(Parent Asset)</a:t>
            </a:r>
          </a:p>
          <a:p>
            <a:r>
              <a:rPr lang="en-US" dirty="0">
                <a:latin typeface="OCR A Extended" panose="02010509020102010303" pitchFamily="50" charset="0"/>
              </a:rPr>
              <a:t>       ├── Details</a:t>
            </a:r>
          </a:p>
          <a:p>
            <a:r>
              <a:rPr lang="en-US" dirty="0">
                <a:latin typeface="OCR A Extended" panose="02010509020102010303" pitchFamily="50" charset="0"/>
              </a:rPr>
              <a:t>       ├── Related</a:t>
            </a:r>
          </a:p>
          <a:p>
            <a:r>
              <a:rPr lang="en-US" dirty="0">
                <a:latin typeface="OCR A Extended" panose="02010509020102010303" pitchFamily="50" charset="0"/>
              </a:rPr>
              <a:t>         ├── Map</a:t>
            </a:r>
          </a:p>
          <a:p>
            <a:r>
              <a:rPr lang="en-US" dirty="0">
                <a:latin typeface="OCR A Extended" panose="02010509020102010303" pitchFamily="50" charset="0"/>
              </a:rPr>
              <a:t>         ├── Hierarchy (Components)</a:t>
            </a:r>
          </a:p>
          <a:p>
            <a:r>
              <a:rPr lang="en-US" dirty="0">
                <a:latin typeface="OCR A Extended" panose="02010509020102010303" pitchFamily="50" charset="0"/>
              </a:rPr>
              <a:t>         ├── Checklist (Questions)</a:t>
            </a:r>
          </a:p>
          <a:p>
            <a:r>
              <a:rPr lang="en-US" dirty="0">
                <a:latin typeface="OCR A Extended" panose="02010509020102010303" pitchFamily="50" charset="0"/>
              </a:rPr>
              <a:t>         ├── Callouts</a:t>
            </a:r>
          </a:p>
          <a:p>
            <a:r>
              <a:rPr lang="en-US" dirty="0">
                <a:latin typeface="OCR A Extended" panose="02010509020102010303" pitchFamily="50" charset="0"/>
              </a:rPr>
              <a:t>               └ Location</a:t>
            </a:r>
          </a:p>
          <a:p>
            <a:r>
              <a:rPr lang="en-US" dirty="0">
                <a:latin typeface="OCR A Extended" panose="02010509020102010303" pitchFamily="50" charset="0"/>
              </a:rPr>
              <a:t>               └ Photos</a:t>
            </a:r>
          </a:p>
          <a:p>
            <a:r>
              <a:rPr lang="en-US" dirty="0">
                <a:latin typeface="OCR A Extended" panose="02010509020102010303" pitchFamily="50" charset="0"/>
              </a:rPr>
              <a:t>         ├── Report</a:t>
            </a:r>
          </a:p>
          <a:p>
            <a:r>
              <a:rPr lang="en-US" dirty="0">
                <a:latin typeface="OCR A Extended" panose="02010509020102010303" pitchFamily="50" charset="0"/>
              </a:rPr>
              <a:t>   </a:t>
            </a:r>
            <a:endParaRPr lang="en-US" dirty="0"/>
          </a:p>
        </p:txBody>
      </p:sp>
      <p:sp>
        <p:nvSpPr>
          <p:cNvPr id="3" name="Text Placeholder 3">
            <a:extLst>
              <a:ext uri="{FF2B5EF4-FFF2-40B4-BE49-F238E27FC236}">
                <a16:creationId xmlns:a16="http://schemas.microsoft.com/office/drawing/2014/main" id="{EF125F26-ED03-CED5-7144-B10934F31A89}"/>
              </a:ext>
            </a:extLst>
          </p:cNvPr>
          <p:cNvSpPr>
            <a:spLocks noGrp="1"/>
          </p:cNvSpPr>
          <p:nvPr>
            <p:ph type="body" sz="quarter" idx="15"/>
          </p:nvPr>
        </p:nvSpPr>
        <p:spPr>
          <a:xfrm>
            <a:off x="6095999" y="1801215"/>
            <a:ext cx="5946475" cy="2902853"/>
          </a:xfrm>
        </p:spPr>
        <p:txBody>
          <a:bodyPr/>
          <a:lstStyle/>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In a real job, what order would a tech use these sections?</a:t>
            </a:r>
          </a:p>
          <a:p>
            <a:pPr marL="971550" lvl="1" indent="-457200">
              <a:buClr>
                <a:schemeClr val="bg2">
                  <a:lumMod val="25000"/>
                </a:schemeClr>
              </a:buClr>
              <a:buFont typeface="+mj-lt"/>
              <a:buAutoNum type="alphaLcParenR"/>
            </a:pPr>
            <a:r>
              <a:rPr lang="en-US" sz="1400" dirty="0">
                <a:latin typeface="Arial" panose="020B0604020202020204" pitchFamily="34" charset="0"/>
                <a:cs typeface="Arial" panose="020B0604020202020204" pitchFamily="34" charset="0"/>
              </a:rPr>
              <a:t>Assume a rushed morning with weak signal and eight stops. What’s your first tap?</a:t>
            </a:r>
          </a:p>
          <a:p>
            <a:pPr marL="971550" lvl="1" indent="-457200">
              <a:buClr>
                <a:schemeClr val="bg2">
                  <a:lumMod val="25000"/>
                </a:schemeClr>
              </a:buClr>
              <a:buFont typeface="+mj-lt"/>
              <a:buAutoNum type="alphaLcParenR"/>
            </a:pPr>
            <a:endParaRPr lang="en-US" sz="14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Which step feels unnecessary or out of sequence?</a:t>
            </a:r>
          </a:p>
          <a:p>
            <a:pPr marL="457200" indent="-457200">
              <a:buClr>
                <a:schemeClr val="bg2">
                  <a:lumMod val="25000"/>
                </a:schemeClr>
              </a:buClr>
              <a:buFont typeface="+mj-lt"/>
              <a:buAutoNum type="arabicPeriod"/>
            </a:pPr>
            <a:endParaRPr lang="en-US" sz="2000" dirty="0">
              <a:latin typeface="Arial" panose="020B0604020202020204" pitchFamily="34" charset="0"/>
              <a:cs typeface="Arial" panose="020B0604020202020204" pitchFamily="34" charset="0"/>
            </a:endParaRPr>
          </a:p>
          <a:p>
            <a:pPr marL="457200" indent="-457200">
              <a:buClr>
                <a:schemeClr val="bg2">
                  <a:lumMod val="25000"/>
                </a:schemeClr>
              </a:buClr>
              <a:buFont typeface="+mj-lt"/>
              <a:buAutoNum type="arabicPeriod"/>
            </a:pPr>
            <a:r>
              <a:rPr lang="en-US" sz="2000" dirty="0">
                <a:latin typeface="Arial" panose="020B0604020202020204" pitchFamily="34" charset="0"/>
                <a:cs typeface="Arial" panose="020B0604020202020204" pitchFamily="34" charset="0"/>
              </a:rPr>
              <a:t>What must still work when connectivity is poor?</a:t>
            </a:r>
            <a:endParaRPr lang="en-US" dirty="0"/>
          </a:p>
        </p:txBody>
      </p:sp>
    </p:spTree>
    <p:extLst>
      <p:ext uri="{BB962C8B-B14F-4D97-AF65-F5344CB8AC3E}">
        <p14:creationId xmlns:p14="http://schemas.microsoft.com/office/powerpoint/2010/main" val="1917605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32092-30B5-0666-6245-3BFBB000F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654B9-F58C-5B84-BDD7-17CDE24D2611}"/>
              </a:ext>
            </a:extLst>
          </p:cNvPr>
          <p:cNvSpPr>
            <a:spLocks noGrp="1"/>
          </p:cNvSpPr>
          <p:nvPr>
            <p:ph type="title"/>
          </p:nvPr>
        </p:nvSpPr>
        <p:spPr/>
        <p:txBody>
          <a:bodyPr/>
          <a:lstStyle/>
          <a:p>
            <a:r>
              <a:rPr lang="en-US" dirty="0"/>
              <a:t>Service Appointment</a:t>
            </a:r>
          </a:p>
        </p:txBody>
      </p:sp>
      <p:sp>
        <p:nvSpPr>
          <p:cNvPr id="18" name="Slide Number Placeholder 17">
            <a:extLst>
              <a:ext uri="{FF2B5EF4-FFF2-40B4-BE49-F238E27FC236}">
                <a16:creationId xmlns:a16="http://schemas.microsoft.com/office/drawing/2014/main" id="{697FFA29-F2B9-394E-B64F-2358439F789F}"/>
              </a:ext>
            </a:extLst>
          </p:cNvPr>
          <p:cNvSpPr>
            <a:spLocks noGrp="1"/>
          </p:cNvSpPr>
          <p:nvPr>
            <p:ph type="sldNum" sz="quarter" idx="13"/>
          </p:nvPr>
        </p:nvSpPr>
        <p:spPr/>
        <p:txBody>
          <a:bodyPr/>
          <a:lstStyle/>
          <a:p>
            <a:fld id="{D5557E57-8FF5-498F-85CD-A04FA8F809F1}" type="slidenum">
              <a:rPr lang="en-US" smtClean="0"/>
              <a:pPr/>
              <a:t>7</a:t>
            </a:fld>
            <a:endParaRPr lang="en-US"/>
          </a:p>
        </p:txBody>
      </p:sp>
      <p:sp>
        <p:nvSpPr>
          <p:cNvPr id="3" name="Text Placeholder 3">
            <a:extLst>
              <a:ext uri="{FF2B5EF4-FFF2-40B4-BE49-F238E27FC236}">
                <a16:creationId xmlns:a16="http://schemas.microsoft.com/office/drawing/2014/main" id="{BCDBB438-A59E-48BE-8658-9634D3C86D5C}"/>
              </a:ext>
            </a:extLst>
          </p:cNvPr>
          <p:cNvSpPr>
            <a:spLocks noGrp="1"/>
          </p:cNvSpPr>
          <p:nvPr>
            <p:ph type="body" sz="quarter" idx="15"/>
          </p:nvPr>
        </p:nvSpPr>
        <p:spPr>
          <a:xfrm>
            <a:off x="550950" y="1360829"/>
            <a:ext cx="5269027" cy="4136342"/>
          </a:xfrm>
          <a:solidFill>
            <a:schemeClr val="bg1">
              <a:lumMod val="95000"/>
            </a:schemeClr>
          </a:solidFill>
        </p:spPr>
        <p:txBody>
          <a:bodyPr/>
          <a:lstStyle/>
          <a:p>
            <a:pPr>
              <a:buClr>
                <a:schemeClr val="tx1">
                  <a:lumMod val="75000"/>
                  <a:lumOff val="25000"/>
                </a:schemeClr>
              </a:buClr>
            </a:pPr>
            <a:r>
              <a:rPr lang="en-US" dirty="0"/>
              <a:t>Prototype demo…</a:t>
            </a:r>
          </a:p>
          <a:p>
            <a:pPr>
              <a:buClr>
                <a:schemeClr val="tx1">
                  <a:lumMod val="75000"/>
                  <a:lumOff val="25000"/>
                </a:schemeClr>
              </a:buClr>
            </a:pPr>
            <a:endParaRPr lang="en-US" dirty="0"/>
          </a:p>
          <a:p>
            <a:pPr marL="342900" indent="-342900">
              <a:buClr>
                <a:schemeClr val="tx1">
                  <a:lumMod val="75000"/>
                  <a:lumOff val="25000"/>
                </a:schemeClr>
              </a:buCl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C763B06B-BD61-18DF-F2D7-BCF5A52DF973}"/>
              </a:ext>
            </a:extLst>
          </p:cNvPr>
          <p:cNvPicPr>
            <a:picLocks noChangeAspect="1"/>
          </p:cNvPicPr>
          <p:nvPr/>
        </p:nvPicPr>
        <p:blipFill>
          <a:blip r:embed="rId3"/>
          <a:stretch>
            <a:fillRect/>
          </a:stretch>
        </p:blipFill>
        <p:spPr>
          <a:xfrm>
            <a:off x="1385613" y="1964423"/>
            <a:ext cx="2868927" cy="3088126"/>
          </a:xfrm>
          <a:prstGeom prst="rect">
            <a:avLst/>
          </a:prstGeom>
        </p:spPr>
      </p:pic>
      <p:sp>
        <p:nvSpPr>
          <p:cNvPr id="6" name="Text Placeholder 3">
            <a:extLst>
              <a:ext uri="{FF2B5EF4-FFF2-40B4-BE49-F238E27FC236}">
                <a16:creationId xmlns:a16="http://schemas.microsoft.com/office/drawing/2014/main" id="{7920DA52-A1B7-B8B9-A1E5-3EDB2A52096E}"/>
              </a:ext>
            </a:extLst>
          </p:cNvPr>
          <p:cNvSpPr txBox="1">
            <a:spLocks/>
          </p:cNvSpPr>
          <p:nvPr/>
        </p:nvSpPr>
        <p:spPr>
          <a:xfrm>
            <a:off x="6096000" y="1360829"/>
            <a:ext cx="5917721" cy="4136342"/>
          </a:xfrm>
          <a:prstGeom prst="rect">
            <a:avLst/>
          </a:prstGeom>
        </p:spPr>
        <p:txBody>
          <a:bodyPr vert="horz" wrap="square" lIns="91440" tIns="45720" rIns="91440" bIns="45720" rtlCol="0">
            <a:noAutofit/>
          </a:bodyPr>
          <a:lstStyle>
            <a:lvl1pPr marL="0" indent="0" algn="l" defTabSz="685800" rtl="0" eaLnBrk="1" latinLnBrk="0" hangingPunct="1">
              <a:lnSpc>
                <a:spcPct val="100000"/>
              </a:lnSpc>
              <a:spcBef>
                <a:spcPts val="0"/>
              </a:spcBef>
              <a:buClr>
                <a:schemeClr val="bg2"/>
              </a:buClr>
              <a:buFont typeface="Arial"/>
              <a:buNone/>
              <a:defRPr lang="en-US" sz="2400" kern="1200" dirty="0">
                <a:solidFill>
                  <a:schemeClr val="tx1"/>
                </a:solidFill>
                <a:latin typeface="+mj-lt"/>
                <a:ea typeface="+mn-ea"/>
                <a:cs typeface="Segoe UI Light" panose="020B0502040204020203" pitchFamily="34" charset="0"/>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457200" indent="-457200">
              <a:buClr>
                <a:schemeClr val="bg2">
                  <a:lumMod val="50000"/>
                </a:schemeClr>
              </a:buClr>
              <a:buFont typeface="+mj-lt"/>
              <a:buAutoNum type="arabicPeriod"/>
            </a:pPr>
            <a:r>
              <a:rPr lang="en-US" sz="2000" dirty="0"/>
              <a:t>If a tech is in PMI, Assessment, or Repair mode, what should feel different in the app, and where should the workflow split?</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What feels intuitive immediately versus requiring retraining?</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Where would a tech likely abandon or bypass the intended flow?</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What one change would most increase adoption in your branch?</a:t>
            </a:r>
            <a:endParaRPr lang="en-US" dirty="0"/>
          </a:p>
        </p:txBody>
      </p:sp>
    </p:spTree>
    <p:extLst>
      <p:ext uri="{BB962C8B-B14F-4D97-AF65-F5344CB8AC3E}">
        <p14:creationId xmlns:p14="http://schemas.microsoft.com/office/powerpoint/2010/main" val="3922181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7B70-0C1A-840C-E658-7748BECFF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1E56F-3A41-B8B6-CAFB-0DCF21B82139}"/>
              </a:ext>
            </a:extLst>
          </p:cNvPr>
          <p:cNvSpPr>
            <a:spLocks noGrp="1"/>
          </p:cNvSpPr>
          <p:nvPr>
            <p:ph type="title"/>
          </p:nvPr>
        </p:nvSpPr>
        <p:spPr/>
        <p:txBody>
          <a:bodyPr/>
          <a:lstStyle/>
          <a:p>
            <a:r>
              <a:rPr lang="en-US" dirty="0"/>
              <a:t>Output</a:t>
            </a:r>
          </a:p>
        </p:txBody>
      </p:sp>
      <p:sp>
        <p:nvSpPr>
          <p:cNvPr id="18" name="Slide Number Placeholder 17">
            <a:extLst>
              <a:ext uri="{FF2B5EF4-FFF2-40B4-BE49-F238E27FC236}">
                <a16:creationId xmlns:a16="http://schemas.microsoft.com/office/drawing/2014/main" id="{FB94F995-A00A-B12D-7AE7-CC503237F0E6}"/>
              </a:ext>
            </a:extLst>
          </p:cNvPr>
          <p:cNvSpPr>
            <a:spLocks noGrp="1"/>
          </p:cNvSpPr>
          <p:nvPr>
            <p:ph type="sldNum" sz="quarter" idx="13"/>
          </p:nvPr>
        </p:nvSpPr>
        <p:spPr/>
        <p:txBody>
          <a:bodyPr/>
          <a:lstStyle/>
          <a:p>
            <a:fld id="{D5557E57-8FF5-498F-85CD-A04FA8F809F1}" type="slidenum">
              <a:rPr lang="en-US" smtClean="0"/>
              <a:pPr/>
              <a:t>8</a:t>
            </a:fld>
            <a:endParaRPr lang="en-US"/>
          </a:p>
        </p:txBody>
      </p:sp>
      <p:sp>
        <p:nvSpPr>
          <p:cNvPr id="3" name="Text Placeholder 3">
            <a:extLst>
              <a:ext uri="{FF2B5EF4-FFF2-40B4-BE49-F238E27FC236}">
                <a16:creationId xmlns:a16="http://schemas.microsoft.com/office/drawing/2014/main" id="{2190D396-0611-CD27-FE4E-876A647F38C9}"/>
              </a:ext>
            </a:extLst>
          </p:cNvPr>
          <p:cNvSpPr>
            <a:spLocks noGrp="1"/>
          </p:cNvSpPr>
          <p:nvPr>
            <p:ph type="body" sz="quarter" idx="15"/>
          </p:nvPr>
        </p:nvSpPr>
        <p:spPr>
          <a:xfrm>
            <a:off x="562431" y="1583140"/>
            <a:ext cx="4760068" cy="4136342"/>
          </a:xfrm>
          <a:solidFill>
            <a:schemeClr val="bg1">
              <a:lumMod val="95000"/>
            </a:schemeClr>
          </a:solidFill>
        </p:spPr>
        <p:txBody>
          <a:bodyPr/>
          <a:lstStyle/>
          <a:p>
            <a:pPr>
              <a:buClr>
                <a:schemeClr val="tx1">
                  <a:lumMod val="75000"/>
                  <a:lumOff val="25000"/>
                </a:schemeClr>
              </a:buClr>
            </a:pPr>
            <a:r>
              <a:rPr lang="en-US" dirty="0"/>
              <a:t>From completed inspection to</a:t>
            </a:r>
          </a:p>
          <a:p>
            <a:pPr>
              <a:buClr>
                <a:schemeClr val="tx1">
                  <a:lumMod val="75000"/>
                  <a:lumOff val="25000"/>
                </a:schemeClr>
              </a:buClr>
            </a:pPr>
            <a:endParaRPr lang="en-US" dirty="0"/>
          </a:p>
          <a:p>
            <a:pPr marL="457200" indent="-457200">
              <a:buClr>
                <a:schemeClr val="tx1">
                  <a:lumMod val="75000"/>
                  <a:lumOff val="25000"/>
                </a:schemeClr>
              </a:buClr>
              <a:buFont typeface="+mj-lt"/>
              <a:buAutoNum type="arabicPeriod"/>
            </a:pPr>
            <a:r>
              <a:rPr lang="en-US" dirty="0"/>
              <a:t>Report</a:t>
            </a:r>
          </a:p>
          <a:p>
            <a:pPr marL="457200" indent="-457200">
              <a:buClr>
                <a:schemeClr val="tx1">
                  <a:lumMod val="75000"/>
                  <a:lumOff val="25000"/>
                </a:schemeClr>
              </a:buClr>
              <a:buFont typeface="+mj-lt"/>
              <a:buAutoNum type="arabicPeriod"/>
            </a:pPr>
            <a:endParaRPr lang="en-US" dirty="0"/>
          </a:p>
          <a:p>
            <a:pPr marL="457200" indent="-457200">
              <a:buClr>
                <a:schemeClr val="tx1">
                  <a:lumMod val="75000"/>
                  <a:lumOff val="25000"/>
                </a:schemeClr>
              </a:buClr>
              <a:buFont typeface="+mj-lt"/>
              <a:buAutoNum type="arabicPeriod"/>
            </a:pPr>
            <a:r>
              <a:rPr lang="en-US" dirty="0"/>
              <a:t>Management action queue</a:t>
            </a:r>
          </a:p>
          <a:p>
            <a:pPr marL="457200" indent="-457200">
              <a:buClr>
                <a:schemeClr val="tx1">
                  <a:lumMod val="75000"/>
                  <a:lumOff val="25000"/>
                </a:schemeClr>
              </a:buClr>
              <a:buFont typeface="+mj-lt"/>
              <a:buAutoNum type="arabicPeriod"/>
            </a:pPr>
            <a:endParaRPr lang="en-US" dirty="0"/>
          </a:p>
          <a:p>
            <a:pPr marL="457200" indent="-457200">
              <a:buClr>
                <a:schemeClr val="tx1">
                  <a:lumMod val="75000"/>
                  <a:lumOff val="25000"/>
                </a:schemeClr>
              </a:buClr>
              <a:buFont typeface="+mj-lt"/>
              <a:buAutoNum type="arabicPeriod"/>
            </a:pPr>
            <a:r>
              <a:rPr lang="en-US" dirty="0"/>
              <a:t>Customer update</a:t>
            </a:r>
          </a:p>
        </p:txBody>
      </p:sp>
      <p:sp>
        <p:nvSpPr>
          <p:cNvPr id="4" name="Text Placeholder 3">
            <a:extLst>
              <a:ext uri="{FF2B5EF4-FFF2-40B4-BE49-F238E27FC236}">
                <a16:creationId xmlns:a16="http://schemas.microsoft.com/office/drawing/2014/main" id="{609E3CC8-7322-0951-85FD-9B65800B266A}"/>
              </a:ext>
            </a:extLst>
          </p:cNvPr>
          <p:cNvSpPr txBox="1">
            <a:spLocks/>
          </p:cNvSpPr>
          <p:nvPr/>
        </p:nvSpPr>
        <p:spPr>
          <a:xfrm>
            <a:off x="5922309" y="1589384"/>
            <a:ext cx="5917721" cy="3679231"/>
          </a:xfrm>
          <a:prstGeom prst="rect">
            <a:avLst/>
          </a:prstGeom>
        </p:spPr>
        <p:txBody>
          <a:bodyPr vert="horz" wrap="square" lIns="91440" tIns="45720" rIns="91440" bIns="45720" rtlCol="0">
            <a:noAutofit/>
          </a:bodyPr>
          <a:lstStyle>
            <a:lvl1pPr marL="0" indent="0" algn="l" defTabSz="685800" rtl="0" eaLnBrk="1" latinLnBrk="0" hangingPunct="1">
              <a:lnSpc>
                <a:spcPct val="100000"/>
              </a:lnSpc>
              <a:spcBef>
                <a:spcPts val="0"/>
              </a:spcBef>
              <a:buClr>
                <a:schemeClr val="bg2"/>
              </a:buClr>
              <a:buFont typeface="Arial"/>
              <a:buNone/>
              <a:defRPr lang="en-US" sz="2400" kern="1200" dirty="0">
                <a:solidFill>
                  <a:schemeClr val="tx1"/>
                </a:solidFill>
                <a:latin typeface="+mj-lt"/>
                <a:ea typeface="+mn-ea"/>
                <a:cs typeface="Segoe UI Light" panose="020B0502040204020203" pitchFamily="34" charset="0"/>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457200" indent="-457200">
              <a:buClr>
                <a:schemeClr val="bg2">
                  <a:lumMod val="50000"/>
                </a:schemeClr>
              </a:buClr>
              <a:buFont typeface="+mj-lt"/>
              <a:buAutoNum type="arabicPeriod"/>
            </a:pPr>
            <a:r>
              <a:rPr lang="en-US" sz="2000" dirty="0"/>
              <a:t>What report output helps you take action fastest today?</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What information is missing when management receives field output now?</a:t>
            </a:r>
          </a:p>
          <a:p>
            <a:pPr marL="457200" indent="-457200">
              <a:buClr>
                <a:schemeClr val="bg2">
                  <a:lumMod val="50000"/>
                </a:schemeClr>
              </a:buClr>
              <a:buFont typeface="+mj-lt"/>
              <a:buAutoNum type="arabicPeriod"/>
            </a:pPr>
            <a:endParaRPr lang="en-US" sz="2000" dirty="0"/>
          </a:p>
          <a:p>
            <a:pPr marL="457200" indent="-457200">
              <a:buClr>
                <a:schemeClr val="bg2">
                  <a:lumMod val="50000"/>
                </a:schemeClr>
              </a:buClr>
              <a:buFont typeface="+mj-lt"/>
              <a:buAutoNum type="arabicPeriod"/>
            </a:pPr>
            <a:r>
              <a:rPr lang="en-US" sz="2000" dirty="0"/>
              <a:t>What customer-facing output creates trust vs confusion?</a:t>
            </a:r>
          </a:p>
        </p:txBody>
      </p:sp>
    </p:spTree>
    <p:extLst>
      <p:ext uri="{BB962C8B-B14F-4D97-AF65-F5344CB8AC3E}">
        <p14:creationId xmlns:p14="http://schemas.microsoft.com/office/powerpoint/2010/main" val="4019296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170B0E-ED02-7858-41B1-48B2419B53F3}"/>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BBF1C5DF-9919-A870-1AC4-1082CB861920}"/>
              </a:ext>
            </a:extLst>
          </p:cNvPr>
          <p:cNvSpPr>
            <a:spLocks noGrp="1"/>
          </p:cNvSpPr>
          <p:nvPr>
            <p:ph type="body" sz="quarter" idx="15"/>
          </p:nvPr>
        </p:nvSpPr>
        <p:spPr/>
        <p:txBody>
          <a:bodyPr/>
          <a:lstStyle/>
          <a:p>
            <a:endParaRPr lang="en-US"/>
          </a:p>
        </p:txBody>
      </p:sp>
      <p:sp>
        <p:nvSpPr>
          <p:cNvPr id="4" name="Slide Number Placeholder 3">
            <a:extLst>
              <a:ext uri="{FF2B5EF4-FFF2-40B4-BE49-F238E27FC236}">
                <a16:creationId xmlns:a16="http://schemas.microsoft.com/office/drawing/2014/main" id="{C50A918F-F6FF-77FE-2B93-555BBAB9EE21}"/>
              </a:ext>
            </a:extLst>
          </p:cNvPr>
          <p:cNvSpPr>
            <a:spLocks noGrp="1"/>
          </p:cNvSpPr>
          <p:nvPr>
            <p:ph type="sldNum" sz="quarter" idx="13"/>
          </p:nvPr>
        </p:nvSpPr>
        <p:spPr/>
        <p:txBody>
          <a:bodyPr/>
          <a:lstStyle/>
          <a:p>
            <a:fld id="{D5557E57-8FF5-498F-85CD-A04FA8F809F1}" type="slidenum">
              <a:rPr lang="en-US" smtClean="0"/>
              <a:pPr/>
              <a:t>9</a:t>
            </a:fld>
            <a:endParaRPr lang="en-US"/>
          </a:p>
        </p:txBody>
      </p:sp>
    </p:spTree>
    <p:extLst>
      <p:ext uri="{BB962C8B-B14F-4D97-AF65-F5344CB8AC3E}">
        <p14:creationId xmlns:p14="http://schemas.microsoft.com/office/powerpoint/2010/main" val="384107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6DC90239-C4F6-209B-A732-C72330EA9D11}"/>
              </a:ext>
            </a:extLst>
          </p:cNvPr>
          <p:cNvSpPr/>
          <p:nvPr/>
        </p:nvSpPr>
        <p:spPr>
          <a:xfrm>
            <a:off x="4095615" y="1510932"/>
            <a:ext cx="832448" cy="83244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B2F7400-3D3E-EECA-6B08-B302876B917F}"/>
              </a:ext>
            </a:extLst>
          </p:cNvPr>
          <p:cNvSpPr/>
          <p:nvPr/>
        </p:nvSpPr>
        <p:spPr>
          <a:xfrm>
            <a:off x="4095615" y="2744108"/>
            <a:ext cx="832448" cy="83244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A146756-06A5-0C10-2CC2-5CD1EE1FD7E0}"/>
              </a:ext>
            </a:extLst>
          </p:cNvPr>
          <p:cNvSpPr/>
          <p:nvPr/>
        </p:nvSpPr>
        <p:spPr>
          <a:xfrm>
            <a:off x="4095615" y="3977284"/>
            <a:ext cx="832448" cy="83244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F670AB7-67D4-93BF-3032-2550A9A75D0C}"/>
              </a:ext>
            </a:extLst>
          </p:cNvPr>
          <p:cNvSpPr/>
          <p:nvPr/>
        </p:nvSpPr>
        <p:spPr>
          <a:xfrm>
            <a:off x="8096615" y="1514311"/>
            <a:ext cx="832448" cy="83244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6D18F04-EC17-5F00-A295-25483FC4AD74}"/>
              </a:ext>
            </a:extLst>
          </p:cNvPr>
          <p:cNvSpPr/>
          <p:nvPr/>
        </p:nvSpPr>
        <p:spPr>
          <a:xfrm>
            <a:off x="8096615" y="2747487"/>
            <a:ext cx="832448" cy="83244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7E58666-C12A-4792-9B5B-EA47DB9BDBC4}"/>
              </a:ext>
            </a:extLst>
          </p:cNvPr>
          <p:cNvSpPr/>
          <p:nvPr/>
        </p:nvSpPr>
        <p:spPr>
          <a:xfrm>
            <a:off x="8096615" y="3980663"/>
            <a:ext cx="832448" cy="832448"/>
          </a:xfrm>
          <a:prstGeom prst="ellipse">
            <a:avLst/>
          </a:prstGeom>
          <a:solidFill>
            <a:srgbClr val="0033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E933949-4365-05DB-2656-9C30278715EB}"/>
              </a:ext>
            </a:extLst>
          </p:cNvPr>
          <p:cNvSpPr>
            <a:spLocks noGrp="1"/>
          </p:cNvSpPr>
          <p:nvPr>
            <p:ph type="body" sz="quarter" idx="15"/>
          </p:nvPr>
        </p:nvSpPr>
        <p:spPr/>
        <p:txBody>
          <a:bodyPr/>
          <a:lstStyle/>
          <a:p>
            <a:pPr>
              <a:lnSpc>
                <a:spcPct val="100000"/>
              </a:lnSpc>
            </a:pPr>
            <a:r>
              <a:rPr lang="en-US"/>
              <a:t>Mina </a:t>
            </a:r>
            <a:r>
              <a:rPr lang="en-US" err="1"/>
              <a:t>opeles</a:t>
            </a:r>
            <a:r>
              <a:rPr lang="en-US"/>
              <a:t> </a:t>
            </a:r>
            <a:r>
              <a:rPr lang="en-US" err="1"/>
              <a:t>eliqua</a:t>
            </a:r>
            <a:r>
              <a:rPr lang="en-US"/>
              <a:t> </a:t>
            </a:r>
            <a:r>
              <a:rPr lang="en-US" err="1"/>
              <a:t>verundias</a:t>
            </a:r>
            <a:r>
              <a:rPr lang="en-US"/>
              <a:t> </a:t>
            </a:r>
            <a:r>
              <a:rPr lang="en-US" err="1"/>
              <a:t>entorpor</a:t>
            </a:r>
            <a:r>
              <a:rPr lang="en-US"/>
              <a:t> </a:t>
            </a:r>
            <a:r>
              <a:rPr lang="en-US" err="1"/>
              <a:t>aut</a:t>
            </a:r>
            <a:r>
              <a:rPr lang="en-US"/>
              <a:t> </a:t>
            </a:r>
            <a:r>
              <a:rPr lang="en-US" err="1"/>
              <a:t>etmoni</a:t>
            </a:r>
            <a:r>
              <a:rPr lang="en-US"/>
              <a:t> </a:t>
            </a:r>
            <a:r>
              <a:rPr lang="en-US" err="1"/>
              <a:t>exceprest</a:t>
            </a:r>
            <a:r>
              <a:rPr lang="en-US"/>
              <a:t>, </a:t>
            </a:r>
            <a:r>
              <a:rPr lang="en-US" err="1"/>
              <a:t>acepele</a:t>
            </a:r>
            <a:r>
              <a:rPr lang="en-US"/>
              <a:t> </a:t>
            </a:r>
            <a:r>
              <a:rPr lang="en-US" err="1"/>
              <a:t>stestibus</a:t>
            </a:r>
            <a:r>
              <a:rPr lang="en-US"/>
              <a:t> </a:t>
            </a:r>
            <a:r>
              <a:rPr lang="en-US" err="1"/>
              <a:t>fel</a:t>
            </a:r>
            <a:r>
              <a:rPr lang="en-US"/>
              <a:t> </a:t>
            </a:r>
            <a:r>
              <a:rPr lang="en-US" err="1"/>
              <a:t>coreste</a:t>
            </a:r>
            <a:r>
              <a:rPr lang="en-US"/>
              <a:t> </a:t>
            </a:r>
            <a:r>
              <a:rPr lang="en-US" err="1"/>
              <a:t>mpossimenia</a:t>
            </a:r>
            <a:r>
              <a:rPr lang="en-US"/>
              <a:t> </a:t>
            </a:r>
            <a:r>
              <a:rPr lang="en-US" err="1"/>
              <a:t>valle</a:t>
            </a:r>
            <a:r>
              <a:rPr lang="en-US"/>
              <a:t> </a:t>
            </a:r>
            <a:r>
              <a:rPr lang="en-US" err="1"/>
              <a:t>nectotatem</a:t>
            </a:r>
            <a:r>
              <a:rPr lang="en-US"/>
              <a:t> con </a:t>
            </a:r>
            <a:r>
              <a:rPr lang="en-US" err="1"/>
              <a:t>beliquos</a:t>
            </a:r>
            <a:r>
              <a:rPr lang="en-US"/>
              <a:t> </a:t>
            </a:r>
            <a:r>
              <a:rPr lang="en-US" err="1"/>
              <a:t>sam</a:t>
            </a:r>
            <a:r>
              <a:rPr lang="en-US"/>
              <a:t> </a:t>
            </a:r>
            <a:r>
              <a:rPr lang="en-US" err="1"/>
              <a:t>idis</a:t>
            </a:r>
            <a:r>
              <a:rPr lang="en-US"/>
              <a:t> </a:t>
            </a:r>
            <a:r>
              <a:rPr lang="en-US" err="1"/>
              <a:t>aut</a:t>
            </a:r>
            <a:r>
              <a:rPr lang="en-US"/>
              <a:t> </a:t>
            </a:r>
            <a:r>
              <a:rPr lang="en-US" err="1"/>
              <a:t>liste</a:t>
            </a:r>
            <a:r>
              <a:rPr lang="en-US"/>
              <a:t> </a:t>
            </a:r>
            <a:r>
              <a:rPr lang="en-US" err="1"/>
              <a:t>porat</a:t>
            </a:r>
            <a:r>
              <a:rPr lang="en-US"/>
              <a:t>.</a:t>
            </a:r>
          </a:p>
          <a:p>
            <a:endParaRPr lang="en-US"/>
          </a:p>
        </p:txBody>
      </p:sp>
      <p:sp>
        <p:nvSpPr>
          <p:cNvPr id="65" name="Text Placeholder 64">
            <a:extLst>
              <a:ext uri="{FF2B5EF4-FFF2-40B4-BE49-F238E27FC236}">
                <a16:creationId xmlns:a16="http://schemas.microsoft.com/office/drawing/2014/main" id="{B94F3F16-0F9E-3492-9711-1BE3BE8127F5}"/>
              </a:ext>
            </a:extLst>
          </p:cNvPr>
          <p:cNvSpPr>
            <a:spLocks noGrp="1"/>
          </p:cNvSpPr>
          <p:nvPr>
            <p:ph type="body" sz="quarter" idx="16"/>
          </p:nvPr>
        </p:nvSpPr>
        <p:spPr/>
        <p:txBody>
          <a:bodyPr/>
          <a:lstStyle/>
          <a:p>
            <a:r>
              <a:rPr lang="en-US" err="1"/>
              <a:t>Deritaest</a:t>
            </a:r>
            <a:r>
              <a:rPr lang="en-US"/>
              <a:t> lea </a:t>
            </a:r>
            <a:r>
              <a:rPr lang="en-US" err="1"/>
              <a:t>corporp</a:t>
            </a:r>
            <a:r>
              <a:rPr lang="en-US"/>
              <a:t> </a:t>
            </a:r>
            <a:r>
              <a:rPr lang="en-US" err="1"/>
              <a:t>ostrumelle</a:t>
            </a:r>
            <a:r>
              <a:rPr lang="en-US"/>
              <a:t> ante qui ape </a:t>
            </a:r>
            <a:r>
              <a:rPr lang="en-US" err="1"/>
              <a:t>voloni</a:t>
            </a:r>
            <a:r>
              <a:rPr lang="en-US"/>
              <a:t> </a:t>
            </a:r>
          </a:p>
        </p:txBody>
      </p:sp>
      <p:sp>
        <p:nvSpPr>
          <p:cNvPr id="66" name="Text Placeholder 65">
            <a:extLst>
              <a:ext uri="{FF2B5EF4-FFF2-40B4-BE49-F238E27FC236}">
                <a16:creationId xmlns:a16="http://schemas.microsoft.com/office/drawing/2014/main" id="{A5F99A95-5AA3-CE94-966A-F1F9BA70B34D}"/>
              </a:ext>
            </a:extLst>
          </p:cNvPr>
          <p:cNvSpPr>
            <a:spLocks noGrp="1"/>
          </p:cNvSpPr>
          <p:nvPr>
            <p:ph type="body" sz="quarter" idx="17"/>
          </p:nvPr>
        </p:nvSpPr>
        <p:spPr/>
        <p:txBody>
          <a:bodyPr/>
          <a:lstStyle/>
          <a:p>
            <a:r>
              <a:rPr lang="en-US">
                <a:solidFill>
                  <a:schemeClr val="accent5"/>
                </a:solidFill>
              </a:rPr>
              <a:t>Maintenance</a:t>
            </a:r>
          </a:p>
        </p:txBody>
      </p:sp>
      <p:sp>
        <p:nvSpPr>
          <p:cNvPr id="67" name="Text Placeholder 66">
            <a:extLst>
              <a:ext uri="{FF2B5EF4-FFF2-40B4-BE49-F238E27FC236}">
                <a16:creationId xmlns:a16="http://schemas.microsoft.com/office/drawing/2014/main" id="{853B53B1-E3DC-4837-7471-0E707493DE15}"/>
              </a:ext>
            </a:extLst>
          </p:cNvPr>
          <p:cNvSpPr>
            <a:spLocks noGrp="1"/>
          </p:cNvSpPr>
          <p:nvPr>
            <p:ph type="body" sz="quarter" idx="18"/>
          </p:nvPr>
        </p:nvSpPr>
        <p:spPr/>
        <p:txBody>
          <a:bodyPr/>
          <a:lstStyle/>
          <a:p>
            <a:r>
              <a:rPr lang="en-US" err="1"/>
              <a:t>Deritaest</a:t>
            </a:r>
            <a:r>
              <a:rPr lang="en-US"/>
              <a:t> lea </a:t>
            </a:r>
            <a:r>
              <a:rPr lang="en-US" err="1"/>
              <a:t>corporp</a:t>
            </a:r>
            <a:r>
              <a:rPr lang="en-US"/>
              <a:t> </a:t>
            </a:r>
            <a:r>
              <a:rPr lang="en-US" err="1"/>
              <a:t>ostrumelle</a:t>
            </a:r>
            <a:r>
              <a:rPr lang="en-US"/>
              <a:t> ante qui ape </a:t>
            </a:r>
            <a:r>
              <a:rPr lang="en-US" err="1"/>
              <a:t>voloni</a:t>
            </a:r>
            <a:r>
              <a:rPr lang="en-US"/>
              <a:t> </a:t>
            </a:r>
          </a:p>
        </p:txBody>
      </p:sp>
      <p:sp>
        <p:nvSpPr>
          <p:cNvPr id="68" name="Text Placeholder 67">
            <a:extLst>
              <a:ext uri="{FF2B5EF4-FFF2-40B4-BE49-F238E27FC236}">
                <a16:creationId xmlns:a16="http://schemas.microsoft.com/office/drawing/2014/main" id="{2A3DAE0E-10B7-3C65-39BE-6F9085CF9145}"/>
              </a:ext>
            </a:extLst>
          </p:cNvPr>
          <p:cNvSpPr>
            <a:spLocks noGrp="1"/>
          </p:cNvSpPr>
          <p:nvPr>
            <p:ph type="body" sz="quarter" idx="19"/>
          </p:nvPr>
        </p:nvSpPr>
        <p:spPr/>
        <p:txBody>
          <a:bodyPr/>
          <a:lstStyle/>
          <a:p>
            <a:r>
              <a:rPr lang="en-US">
                <a:solidFill>
                  <a:schemeClr val="accent4"/>
                </a:solidFill>
              </a:rPr>
              <a:t>Development</a:t>
            </a:r>
          </a:p>
        </p:txBody>
      </p:sp>
      <p:sp>
        <p:nvSpPr>
          <p:cNvPr id="69" name="Text Placeholder 68">
            <a:extLst>
              <a:ext uri="{FF2B5EF4-FFF2-40B4-BE49-F238E27FC236}">
                <a16:creationId xmlns:a16="http://schemas.microsoft.com/office/drawing/2014/main" id="{761BE987-6D7A-EAE2-2152-F2AEB14725E0}"/>
              </a:ext>
            </a:extLst>
          </p:cNvPr>
          <p:cNvSpPr>
            <a:spLocks noGrp="1"/>
          </p:cNvSpPr>
          <p:nvPr>
            <p:ph type="body" sz="quarter" idx="20"/>
          </p:nvPr>
        </p:nvSpPr>
        <p:spPr/>
        <p:txBody>
          <a:bodyPr/>
          <a:lstStyle/>
          <a:p>
            <a:r>
              <a:rPr lang="en-US" err="1"/>
              <a:t>Deritaest</a:t>
            </a:r>
            <a:r>
              <a:rPr lang="en-US"/>
              <a:t> lea </a:t>
            </a:r>
            <a:r>
              <a:rPr lang="en-US" err="1"/>
              <a:t>corporp</a:t>
            </a:r>
            <a:r>
              <a:rPr lang="en-US"/>
              <a:t> </a:t>
            </a:r>
            <a:r>
              <a:rPr lang="en-US" err="1"/>
              <a:t>ostrumelle</a:t>
            </a:r>
            <a:r>
              <a:rPr lang="en-US"/>
              <a:t> ante qui ape </a:t>
            </a:r>
            <a:r>
              <a:rPr lang="en-US" err="1"/>
              <a:t>voloni</a:t>
            </a:r>
            <a:r>
              <a:rPr lang="en-US"/>
              <a:t> </a:t>
            </a:r>
          </a:p>
        </p:txBody>
      </p:sp>
      <p:sp>
        <p:nvSpPr>
          <p:cNvPr id="70" name="Text Placeholder 69">
            <a:extLst>
              <a:ext uri="{FF2B5EF4-FFF2-40B4-BE49-F238E27FC236}">
                <a16:creationId xmlns:a16="http://schemas.microsoft.com/office/drawing/2014/main" id="{7336FE5B-2350-0836-B9E6-072655D3CC88}"/>
              </a:ext>
            </a:extLst>
          </p:cNvPr>
          <p:cNvSpPr>
            <a:spLocks noGrp="1"/>
          </p:cNvSpPr>
          <p:nvPr>
            <p:ph type="body" sz="quarter" idx="21"/>
          </p:nvPr>
        </p:nvSpPr>
        <p:spPr/>
        <p:txBody>
          <a:bodyPr/>
          <a:lstStyle/>
          <a:p>
            <a:r>
              <a:rPr lang="en-US">
                <a:solidFill>
                  <a:schemeClr val="accent1"/>
                </a:solidFill>
              </a:rPr>
              <a:t>Water Management</a:t>
            </a:r>
          </a:p>
        </p:txBody>
      </p:sp>
      <p:sp>
        <p:nvSpPr>
          <p:cNvPr id="16" name="Slide Number Placeholder 15">
            <a:extLst>
              <a:ext uri="{FF2B5EF4-FFF2-40B4-BE49-F238E27FC236}">
                <a16:creationId xmlns:a16="http://schemas.microsoft.com/office/drawing/2014/main" id="{EE0C1226-2305-FD94-91F0-5D23A58423F2}"/>
              </a:ext>
            </a:extLst>
          </p:cNvPr>
          <p:cNvSpPr>
            <a:spLocks noGrp="1"/>
          </p:cNvSpPr>
          <p:nvPr>
            <p:ph type="sldNum" sz="quarter" idx="13"/>
          </p:nvPr>
        </p:nvSpPr>
        <p:spPr/>
        <p:txBody>
          <a:bodyPr/>
          <a:lstStyle/>
          <a:p>
            <a:fld id="{D5557E57-8FF5-498F-85CD-A04FA8F809F1}" type="slidenum">
              <a:rPr lang="en-US" smtClean="0"/>
              <a:pPr/>
              <a:t>10</a:t>
            </a:fld>
            <a:endParaRPr lang="en-US"/>
          </a:p>
        </p:txBody>
      </p:sp>
      <p:sp>
        <p:nvSpPr>
          <p:cNvPr id="71" name="Text Placeholder 70">
            <a:extLst>
              <a:ext uri="{FF2B5EF4-FFF2-40B4-BE49-F238E27FC236}">
                <a16:creationId xmlns:a16="http://schemas.microsoft.com/office/drawing/2014/main" id="{CE62B1DA-A2F8-D650-439D-62FE4A57BFC1}"/>
              </a:ext>
            </a:extLst>
          </p:cNvPr>
          <p:cNvSpPr>
            <a:spLocks noGrp="1"/>
          </p:cNvSpPr>
          <p:nvPr>
            <p:ph type="body" sz="quarter" idx="22"/>
          </p:nvPr>
        </p:nvSpPr>
        <p:spPr/>
        <p:txBody>
          <a:bodyPr/>
          <a:lstStyle/>
          <a:p>
            <a:r>
              <a:rPr lang="en-US" err="1"/>
              <a:t>Deritaest</a:t>
            </a:r>
            <a:r>
              <a:rPr lang="en-US"/>
              <a:t> lea </a:t>
            </a:r>
            <a:r>
              <a:rPr lang="en-US" err="1"/>
              <a:t>corporp</a:t>
            </a:r>
            <a:r>
              <a:rPr lang="en-US"/>
              <a:t> </a:t>
            </a:r>
            <a:r>
              <a:rPr lang="en-US" err="1"/>
              <a:t>ostrumelle</a:t>
            </a:r>
            <a:r>
              <a:rPr lang="en-US"/>
              <a:t> ante qui ape </a:t>
            </a:r>
            <a:r>
              <a:rPr lang="en-US" err="1"/>
              <a:t>voloni</a:t>
            </a:r>
            <a:r>
              <a:rPr lang="en-US"/>
              <a:t> </a:t>
            </a:r>
          </a:p>
        </p:txBody>
      </p:sp>
      <p:sp>
        <p:nvSpPr>
          <p:cNvPr id="72" name="Text Placeholder 71">
            <a:extLst>
              <a:ext uri="{FF2B5EF4-FFF2-40B4-BE49-F238E27FC236}">
                <a16:creationId xmlns:a16="http://schemas.microsoft.com/office/drawing/2014/main" id="{01B64318-05A9-01A9-EA1B-5F1B14231481}"/>
              </a:ext>
            </a:extLst>
          </p:cNvPr>
          <p:cNvSpPr>
            <a:spLocks noGrp="1"/>
          </p:cNvSpPr>
          <p:nvPr>
            <p:ph type="body" sz="quarter" idx="23"/>
          </p:nvPr>
        </p:nvSpPr>
        <p:spPr/>
        <p:txBody>
          <a:bodyPr/>
          <a:lstStyle/>
          <a:p>
            <a:r>
              <a:rPr lang="en-US">
                <a:solidFill>
                  <a:schemeClr val="accent2"/>
                </a:solidFill>
              </a:rPr>
              <a:t>Tree Care</a:t>
            </a:r>
          </a:p>
        </p:txBody>
      </p:sp>
      <p:sp>
        <p:nvSpPr>
          <p:cNvPr id="73" name="Text Placeholder 72">
            <a:extLst>
              <a:ext uri="{FF2B5EF4-FFF2-40B4-BE49-F238E27FC236}">
                <a16:creationId xmlns:a16="http://schemas.microsoft.com/office/drawing/2014/main" id="{9035C357-1459-2272-3706-56E189D5F724}"/>
              </a:ext>
            </a:extLst>
          </p:cNvPr>
          <p:cNvSpPr>
            <a:spLocks noGrp="1"/>
          </p:cNvSpPr>
          <p:nvPr>
            <p:ph type="body" sz="quarter" idx="24"/>
          </p:nvPr>
        </p:nvSpPr>
        <p:spPr/>
        <p:txBody>
          <a:bodyPr/>
          <a:lstStyle/>
          <a:p>
            <a:r>
              <a:rPr lang="en-US" err="1"/>
              <a:t>Deritaest</a:t>
            </a:r>
            <a:r>
              <a:rPr lang="en-US"/>
              <a:t> lea </a:t>
            </a:r>
            <a:r>
              <a:rPr lang="en-US" err="1"/>
              <a:t>corporp</a:t>
            </a:r>
            <a:r>
              <a:rPr lang="en-US"/>
              <a:t> </a:t>
            </a:r>
            <a:r>
              <a:rPr lang="en-US" err="1"/>
              <a:t>ostrumelle</a:t>
            </a:r>
            <a:r>
              <a:rPr lang="en-US"/>
              <a:t> ante qui ape </a:t>
            </a:r>
            <a:r>
              <a:rPr lang="en-US" err="1"/>
              <a:t>voloni</a:t>
            </a:r>
            <a:r>
              <a:rPr lang="en-US"/>
              <a:t> </a:t>
            </a:r>
          </a:p>
        </p:txBody>
      </p:sp>
      <p:sp>
        <p:nvSpPr>
          <p:cNvPr id="74" name="Text Placeholder 73">
            <a:extLst>
              <a:ext uri="{FF2B5EF4-FFF2-40B4-BE49-F238E27FC236}">
                <a16:creationId xmlns:a16="http://schemas.microsoft.com/office/drawing/2014/main" id="{DE200A0B-1569-BF28-5ECC-ECA078EB20F6}"/>
              </a:ext>
            </a:extLst>
          </p:cNvPr>
          <p:cNvSpPr>
            <a:spLocks noGrp="1"/>
          </p:cNvSpPr>
          <p:nvPr>
            <p:ph type="body" sz="quarter" idx="25"/>
          </p:nvPr>
        </p:nvSpPr>
        <p:spPr/>
        <p:txBody>
          <a:bodyPr/>
          <a:lstStyle/>
          <a:p>
            <a:r>
              <a:rPr lang="en-US"/>
              <a:t>Sports Turf</a:t>
            </a:r>
          </a:p>
        </p:txBody>
      </p:sp>
      <p:sp>
        <p:nvSpPr>
          <p:cNvPr id="75" name="Text Placeholder 74">
            <a:extLst>
              <a:ext uri="{FF2B5EF4-FFF2-40B4-BE49-F238E27FC236}">
                <a16:creationId xmlns:a16="http://schemas.microsoft.com/office/drawing/2014/main" id="{DBEEAFC4-5477-0EBD-541F-569CB4381E06}"/>
              </a:ext>
            </a:extLst>
          </p:cNvPr>
          <p:cNvSpPr>
            <a:spLocks noGrp="1"/>
          </p:cNvSpPr>
          <p:nvPr>
            <p:ph type="body" sz="quarter" idx="26"/>
          </p:nvPr>
        </p:nvSpPr>
        <p:spPr/>
        <p:txBody>
          <a:bodyPr/>
          <a:lstStyle/>
          <a:p>
            <a:r>
              <a:rPr lang="en-US" err="1"/>
              <a:t>Deritaest</a:t>
            </a:r>
            <a:r>
              <a:rPr lang="en-US"/>
              <a:t> lea </a:t>
            </a:r>
            <a:r>
              <a:rPr lang="en-US" err="1"/>
              <a:t>corporp</a:t>
            </a:r>
            <a:r>
              <a:rPr lang="en-US"/>
              <a:t> </a:t>
            </a:r>
            <a:r>
              <a:rPr lang="en-US" err="1"/>
              <a:t>ostrumelle</a:t>
            </a:r>
            <a:r>
              <a:rPr lang="en-US"/>
              <a:t> ante qui ape </a:t>
            </a:r>
            <a:r>
              <a:rPr lang="en-US" err="1"/>
              <a:t>voloni</a:t>
            </a:r>
            <a:r>
              <a:rPr lang="en-US"/>
              <a:t> </a:t>
            </a:r>
          </a:p>
        </p:txBody>
      </p:sp>
      <p:sp>
        <p:nvSpPr>
          <p:cNvPr id="76" name="Text Placeholder 75">
            <a:extLst>
              <a:ext uri="{FF2B5EF4-FFF2-40B4-BE49-F238E27FC236}">
                <a16:creationId xmlns:a16="http://schemas.microsoft.com/office/drawing/2014/main" id="{24E5F2F5-59D1-5FDF-9EAD-733F53E57820}"/>
              </a:ext>
            </a:extLst>
          </p:cNvPr>
          <p:cNvSpPr>
            <a:spLocks noGrp="1"/>
          </p:cNvSpPr>
          <p:nvPr>
            <p:ph type="body" sz="quarter" idx="27"/>
          </p:nvPr>
        </p:nvSpPr>
        <p:spPr/>
        <p:txBody>
          <a:bodyPr/>
          <a:lstStyle/>
          <a:p>
            <a:r>
              <a:rPr lang="en-US">
                <a:solidFill>
                  <a:srgbClr val="0033A1"/>
                </a:solidFill>
              </a:rPr>
              <a:t>Golf</a:t>
            </a:r>
          </a:p>
        </p:txBody>
      </p:sp>
      <p:sp>
        <p:nvSpPr>
          <p:cNvPr id="2" name="Title 1">
            <a:extLst>
              <a:ext uri="{FF2B5EF4-FFF2-40B4-BE49-F238E27FC236}">
                <a16:creationId xmlns:a16="http://schemas.microsoft.com/office/drawing/2014/main" id="{D2D1FCA2-BCA5-A786-2FA8-BCD741D56F9D}"/>
              </a:ext>
            </a:extLst>
          </p:cNvPr>
          <p:cNvSpPr>
            <a:spLocks noGrp="1"/>
          </p:cNvSpPr>
          <p:nvPr>
            <p:ph type="title"/>
          </p:nvPr>
        </p:nvSpPr>
        <p:spPr/>
        <p:txBody>
          <a:bodyPr/>
          <a:lstStyle/>
          <a:p>
            <a:r>
              <a:rPr lang="en-US"/>
              <a:t>Our Services</a:t>
            </a:r>
          </a:p>
        </p:txBody>
      </p:sp>
      <p:pic>
        <p:nvPicPr>
          <p:cNvPr id="80" name="Picture 79" descr="A white line drawing of a plant growing out of a dirt&#10;&#10;AI-generated content may be incorrect.">
            <a:extLst>
              <a:ext uri="{FF2B5EF4-FFF2-40B4-BE49-F238E27FC236}">
                <a16:creationId xmlns:a16="http://schemas.microsoft.com/office/drawing/2014/main" id="{73255EBE-921A-8557-1336-1F74D778048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74275" y="1593468"/>
            <a:ext cx="680811" cy="680811"/>
          </a:xfrm>
          <a:prstGeom prst="rect">
            <a:avLst/>
          </a:prstGeom>
        </p:spPr>
      </p:pic>
      <p:pic>
        <p:nvPicPr>
          <p:cNvPr id="81" name="Picture 80" descr="A white line drawing of a plant growing out of a dirt&#10;&#10;AI-generated content may be incorrect.">
            <a:extLst>
              <a:ext uri="{FF2B5EF4-FFF2-40B4-BE49-F238E27FC236}">
                <a16:creationId xmlns:a16="http://schemas.microsoft.com/office/drawing/2014/main" id="{F70C3490-ECF9-F572-C4B4-F5F1E0A3004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85161" y="2846231"/>
            <a:ext cx="680811" cy="680811"/>
          </a:xfrm>
          <a:prstGeom prst="rect">
            <a:avLst/>
          </a:prstGeom>
        </p:spPr>
      </p:pic>
      <p:pic>
        <p:nvPicPr>
          <p:cNvPr id="82" name="Picture 81" descr="A white line drawing of a plant growing out of a dirt&#10;&#10;AI-generated content may be incorrect.">
            <a:extLst>
              <a:ext uri="{FF2B5EF4-FFF2-40B4-BE49-F238E27FC236}">
                <a16:creationId xmlns:a16="http://schemas.microsoft.com/office/drawing/2014/main" id="{B4C92D85-C1D8-34FC-D0ED-2F21BE76708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74274" y="4056865"/>
            <a:ext cx="680811" cy="680811"/>
          </a:xfrm>
          <a:prstGeom prst="rect">
            <a:avLst/>
          </a:prstGeom>
        </p:spPr>
      </p:pic>
      <p:pic>
        <p:nvPicPr>
          <p:cNvPr id="83" name="Picture 82" descr="A white line drawing of a plant growing out of a dirt&#10;&#10;AI-generated content may be incorrect.">
            <a:extLst>
              <a:ext uri="{FF2B5EF4-FFF2-40B4-BE49-F238E27FC236}">
                <a16:creationId xmlns:a16="http://schemas.microsoft.com/office/drawing/2014/main" id="{00B2E748-84CE-D107-97D3-41688248363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169333" y="1582581"/>
            <a:ext cx="680811" cy="680811"/>
          </a:xfrm>
          <a:prstGeom prst="rect">
            <a:avLst/>
          </a:prstGeom>
        </p:spPr>
      </p:pic>
      <p:pic>
        <p:nvPicPr>
          <p:cNvPr id="84" name="Picture 83" descr="A white line drawing of a plant growing out of a dirt&#10;&#10;AI-generated content may be incorrect.">
            <a:extLst>
              <a:ext uri="{FF2B5EF4-FFF2-40B4-BE49-F238E27FC236}">
                <a16:creationId xmlns:a16="http://schemas.microsoft.com/office/drawing/2014/main" id="{C58C2D3C-3C7A-0520-A1B5-433716B273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158940" y="2813572"/>
            <a:ext cx="680811" cy="680811"/>
          </a:xfrm>
          <a:prstGeom prst="rect">
            <a:avLst/>
          </a:prstGeom>
        </p:spPr>
      </p:pic>
      <p:pic>
        <p:nvPicPr>
          <p:cNvPr id="85" name="Picture 84" descr="A white line drawing of a plant growing out of a dirt&#10;&#10;AI-generated content may be incorrect.">
            <a:extLst>
              <a:ext uri="{FF2B5EF4-FFF2-40B4-BE49-F238E27FC236}">
                <a16:creationId xmlns:a16="http://schemas.microsoft.com/office/drawing/2014/main" id="{475976CE-B00A-2F84-8F6D-8FABD2C3054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162529" y="4035093"/>
            <a:ext cx="680811" cy="680811"/>
          </a:xfrm>
          <a:prstGeom prst="rect">
            <a:avLst/>
          </a:prstGeom>
        </p:spPr>
      </p:pic>
    </p:spTree>
    <p:extLst>
      <p:ext uri="{BB962C8B-B14F-4D97-AF65-F5344CB8AC3E}">
        <p14:creationId xmlns:p14="http://schemas.microsoft.com/office/powerpoint/2010/main" val="4225742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04947C-2075-90D2-A0DB-CA0DF363E863}"/>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75401EE2-DE2A-5C7D-1FB2-A67A48937D75}"/>
              </a:ext>
            </a:extLst>
          </p:cNvPr>
          <p:cNvSpPr>
            <a:spLocks noGrp="1"/>
          </p:cNvSpPr>
          <p:nvPr>
            <p:ph type="body" sz="quarter" idx="16"/>
          </p:nvPr>
        </p:nvSpPr>
        <p:spPr/>
        <p:txBody>
          <a:bodyPr/>
          <a:lstStyle/>
          <a:p>
            <a:endParaRPr lang="en-US"/>
          </a:p>
        </p:txBody>
      </p:sp>
      <p:sp>
        <p:nvSpPr>
          <p:cNvPr id="4" name="Text Placeholder 3">
            <a:extLst>
              <a:ext uri="{FF2B5EF4-FFF2-40B4-BE49-F238E27FC236}">
                <a16:creationId xmlns:a16="http://schemas.microsoft.com/office/drawing/2014/main" id="{688D7891-2F78-8E83-36B1-A04F1872F94E}"/>
              </a:ext>
            </a:extLst>
          </p:cNvPr>
          <p:cNvSpPr>
            <a:spLocks noGrp="1"/>
          </p:cNvSpPr>
          <p:nvPr>
            <p:ph type="body" sz="quarter" idx="17"/>
          </p:nvPr>
        </p:nvSpPr>
        <p:spPr/>
        <p:txBody>
          <a:bodyPr/>
          <a:lstStyle/>
          <a:p>
            <a:endParaRPr lang="en-US"/>
          </a:p>
        </p:txBody>
      </p:sp>
      <p:sp>
        <p:nvSpPr>
          <p:cNvPr id="5" name="Text Placeholder 4">
            <a:extLst>
              <a:ext uri="{FF2B5EF4-FFF2-40B4-BE49-F238E27FC236}">
                <a16:creationId xmlns:a16="http://schemas.microsoft.com/office/drawing/2014/main" id="{3AC8B378-E382-CB3B-0A8A-518EAF9A2372}"/>
              </a:ext>
            </a:extLst>
          </p:cNvPr>
          <p:cNvSpPr>
            <a:spLocks noGrp="1"/>
          </p:cNvSpPr>
          <p:nvPr>
            <p:ph type="body" sz="quarter" idx="18"/>
          </p:nvPr>
        </p:nvSpPr>
        <p:spPr/>
        <p:txBody>
          <a:bodyPr/>
          <a:lstStyle/>
          <a:p>
            <a:endParaRPr lang="en-US"/>
          </a:p>
        </p:txBody>
      </p:sp>
      <p:sp>
        <p:nvSpPr>
          <p:cNvPr id="6" name="Text Placeholder 5">
            <a:extLst>
              <a:ext uri="{FF2B5EF4-FFF2-40B4-BE49-F238E27FC236}">
                <a16:creationId xmlns:a16="http://schemas.microsoft.com/office/drawing/2014/main" id="{5817A555-A82D-5979-9AE0-90288A1C880F}"/>
              </a:ext>
            </a:extLst>
          </p:cNvPr>
          <p:cNvSpPr>
            <a:spLocks noGrp="1"/>
          </p:cNvSpPr>
          <p:nvPr>
            <p:ph type="body" sz="quarter" idx="19"/>
          </p:nvPr>
        </p:nvSpPr>
        <p:spPr/>
        <p:txBody>
          <a:bodyPr/>
          <a:lstStyle/>
          <a:p>
            <a:endParaRPr lang="en-US"/>
          </a:p>
        </p:txBody>
      </p:sp>
      <p:sp>
        <p:nvSpPr>
          <p:cNvPr id="7" name="Text Placeholder 6">
            <a:extLst>
              <a:ext uri="{FF2B5EF4-FFF2-40B4-BE49-F238E27FC236}">
                <a16:creationId xmlns:a16="http://schemas.microsoft.com/office/drawing/2014/main" id="{A79769E7-1303-8EEA-1E7E-E74D050D61E8}"/>
              </a:ext>
            </a:extLst>
          </p:cNvPr>
          <p:cNvSpPr>
            <a:spLocks noGrp="1"/>
          </p:cNvSpPr>
          <p:nvPr>
            <p:ph type="body" sz="quarter" idx="20"/>
          </p:nvPr>
        </p:nvSpPr>
        <p:spPr/>
        <p:txBody>
          <a:bodyPr/>
          <a:lstStyle/>
          <a:p>
            <a:endParaRPr lang="en-US"/>
          </a:p>
        </p:txBody>
      </p:sp>
      <p:sp>
        <p:nvSpPr>
          <p:cNvPr id="8" name="Text Placeholder 7">
            <a:extLst>
              <a:ext uri="{FF2B5EF4-FFF2-40B4-BE49-F238E27FC236}">
                <a16:creationId xmlns:a16="http://schemas.microsoft.com/office/drawing/2014/main" id="{468E2FA7-04B0-2949-8142-0A311340FFB6}"/>
              </a:ext>
            </a:extLst>
          </p:cNvPr>
          <p:cNvSpPr>
            <a:spLocks noGrp="1"/>
          </p:cNvSpPr>
          <p:nvPr>
            <p:ph type="body" sz="quarter" idx="21"/>
          </p:nvPr>
        </p:nvSpPr>
        <p:spPr/>
        <p:txBody>
          <a:bodyPr/>
          <a:lstStyle/>
          <a:p>
            <a:endParaRPr lang="en-US"/>
          </a:p>
        </p:txBody>
      </p:sp>
      <p:sp>
        <p:nvSpPr>
          <p:cNvPr id="9" name="Slide Number Placeholder 8">
            <a:extLst>
              <a:ext uri="{FF2B5EF4-FFF2-40B4-BE49-F238E27FC236}">
                <a16:creationId xmlns:a16="http://schemas.microsoft.com/office/drawing/2014/main" id="{888E5B65-C8BE-0515-81A5-9060F3ABE615}"/>
              </a:ext>
            </a:extLst>
          </p:cNvPr>
          <p:cNvSpPr>
            <a:spLocks noGrp="1"/>
          </p:cNvSpPr>
          <p:nvPr>
            <p:ph type="sldNum" sz="quarter" idx="13"/>
          </p:nvPr>
        </p:nvSpPr>
        <p:spPr/>
        <p:txBody>
          <a:bodyPr/>
          <a:lstStyle/>
          <a:p>
            <a:fld id="{D5557E57-8FF5-498F-85CD-A04FA8F809F1}" type="slidenum">
              <a:rPr lang="en-US" smtClean="0"/>
              <a:pPr/>
              <a:t>11</a:t>
            </a:fld>
            <a:endParaRPr lang="en-US"/>
          </a:p>
        </p:txBody>
      </p:sp>
      <p:sp>
        <p:nvSpPr>
          <p:cNvPr id="10" name="Text Placeholder 9">
            <a:extLst>
              <a:ext uri="{FF2B5EF4-FFF2-40B4-BE49-F238E27FC236}">
                <a16:creationId xmlns:a16="http://schemas.microsoft.com/office/drawing/2014/main" id="{6ABAA928-8DB7-8546-FE57-332F0F7A9868}"/>
              </a:ext>
            </a:extLst>
          </p:cNvPr>
          <p:cNvSpPr>
            <a:spLocks noGrp="1"/>
          </p:cNvSpPr>
          <p:nvPr>
            <p:ph type="body" sz="quarter" idx="22"/>
          </p:nvPr>
        </p:nvSpPr>
        <p:spPr/>
        <p:txBody>
          <a:bodyPr/>
          <a:lstStyle/>
          <a:p>
            <a:endParaRPr lang="en-US"/>
          </a:p>
        </p:txBody>
      </p:sp>
      <p:sp>
        <p:nvSpPr>
          <p:cNvPr id="11" name="Text Placeholder 10">
            <a:extLst>
              <a:ext uri="{FF2B5EF4-FFF2-40B4-BE49-F238E27FC236}">
                <a16:creationId xmlns:a16="http://schemas.microsoft.com/office/drawing/2014/main" id="{F030FBE5-D8EF-1164-91D4-1486D59DA3E7}"/>
              </a:ext>
            </a:extLst>
          </p:cNvPr>
          <p:cNvSpPr>
            <a:spLocks noGrp="1"/>
          </p:cNvSpPr>
          <p:nvPr>
            <p:ph type="body" sz="quarter" idx="23"/>
          </p:nvPr>
        </p:nvSpPr>
        <p:spPr/>
        <p:txBody>
          <a:bodyPr/>
          <a:lstStyle/>
          <a:p>
            <a:endParaRPr lang="en-US"/>
          </a:p>
        </p:txBody>
      </p:sp>
      <p:sp>
        <p:nvSpPr>
          <p:cNvPr id="12" name="Text Placeholder 11">
            <a:extLst>
              <a:ext uri="{FF2B5EF4-FFF2-40B4-BE49-F238E27FC236}">
                <a16:creationId xmlns:a16="http://schemas.microsoft.com/office/drawing/2014/main" id="{D708BBA6-8D75-874A-376B-1C878875FA93}"/>
              </a:ext>
            </a:extLst>
          </p:cNvPr>
          <p:cNvSpPr>
            <a:spLocks noGrp="1"/>
          </p:cNvSpPr>
          <p:nvPr>
            <p:ph type="body" sz="quarter" idx="24"/>
          </p:nvPr>
        </p:nvSpPr>
        <p:spPr/>
        <p:txBody>
          <a:bodyPr/>
          <a:lstStyle/>
          <a:p>
            <a:endParaRPr lang="en-US"/>
          </a:p>
        </p:txBody>
      </p:sp>
      <p:sp>
        <p:nvSpPr>
          <p:cNvPr id="13" name="Text Placeholder 12">
            <a:extLst>
              <a:ext uri="{FF2B5EF4-FFF2-40B4-BE49-F238E27FC236}">
                <a16:creationId xmlns:a16="http://schemas.microsoft.com/office/drawing/2014/main" id="{81AA76AC-5B82-79F5-8928-EF698FFCAFCE}"/>
              </a:ext>
            </a:extLst>
          </p:cNvPr>
          <p:cNvSpPr>
            <a:spLocks noGrp="1"/>
          </p:cNvSpPr>
          <p:nvPr>
            <p:ph type="body" sz="quarter" idx="25"/>
          </p:nvPr>
        </p:nvSpPr>
        <p:spPr/>
        <p:txBody>
          <a:bodyPr/>
          <a:lstStyle/>
          <a:p>
            <a:endParaRPr lang="en-US"/>
          </a:p>
        </p:txBody>
      </p:sp>
      <p:sp>
        <p:nvSpPr>
          <p:cNvPr id="14" name="Text Placeholder 13">
            <a:extLst>
              <a:ext uri="{FF2B5EF4-FFF2-40B4-BE49-F238E27FC236}">
                <a16:creationId xmlns:a16="http://schemas.microsoft.com/office/drawing/2014/main" id="{E58B838C-25C6-9A21-89A8-4A078149AEDC}"/>
              </a:ext>
            </a:extLst>
          </p:cNvPr>
          <p:cNvSpPr>
            <a:spLocks noGrp="1"/>
          </p:cNvSpPr>
          <p:nvPr>
            <p:ph type="body" sz="quarter" idx="26"/>
          </p:nvPr>
        </p:nvSpPr>
        <p:spPr/>
        <p:txBody>
          <a:bodyPr/>
          <a:lstStyle/>
          <a:p>
            <a:endParaRPr lang="en-US"/>
          </a:p>
        </p:txBody>
      </p:sp>
      <p:sp>
        <p:nvSpPr>
          <p:cNvPr id="15" name="Text Placeholder 14">
            <a:extLst>
              <a:ext uri="{FF2B5EF4-FFF2-40B4-BE49-F238E27FC236}">
                <a16:creationId xmlns:a16="http://schemas.microsoft.com/office/drawing/2014/main" id="{2C7A45DC-BA79-F71C-4991-95DEA778A383}"/>
              </a:ext>
            </a:extLst>
          </p:cNvPr>
          <p:cNvSpPr>
            <a:spLocks noGrp="1"/>
          </p:cNvSpPr>
          <p:nvPr>
            <p:ph type="body" sz="quarter" idx="27"/>
          </p:nvPr>
        </p:nvSpPr>
        <p:spPr/>
        <p:txBody>
          <a:bodyPr/>
          <a:lstStyle/>
          <a:p>
            <a:endParaRPr lang="en-US"/>
          </a:p>
        </p:txBody>
      </p:sp>
      <p:sp>
        <p:nvSpPr>
          <p:cNvPr id="16" name="Title 15">
            <a:extLst>
              <a:ext uri="{FF2B5EF4-FFF2-40B4-BE49-F238E27FC236}">
                <a16:creationId xmlns:a16="http://schemas.microsoft.com/office/drawing/2014/main" id="{62FBC64E-65D8-593C-0495-AD0567F3E3B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065871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AE89-5979-720A-E356-A7A292810FD0}"/>
              </a:ext>
            </a:extLst>
          </p:cNvPr>
          <p:cNvSpPr>
            <a:spLocks noGrp="1"/>
          </p:cNvSpPr>
          <p:nvPr>
            <p:ph type="title"/>
          </p:nvPr>
        </p:nvSpPr>
        <p:spPr/>
        <p:txBody>
          <a:bodyPr/>
          <a:lstStyle/>
          <a:p>
            <a:r>
              <a:rPr lang="en-US" sz="3200"/>
              <a:t>Picking the Right Plants</a:t>
            </a:r>
          </a:p>
        </p:txBody>
      </p:sp>
      <p:sp>
        <p:nvSpPr>
          <p:cNvPr id="3" name="Text Placeholder 2">
            <a:extLst>
              <a:ext uri="{FF2B5EF4-FFF2-40B4-BE49-F238E27FC236}">
                <a16:creationId xmlns:a16="http://schemas.microsoft.com/office/drawing/2014/main" id="{444EF7AB-6806-E683-7D40-69A7968514A6}"/>
              </a:ext>
            </a:extLst>
          </p:cNvPr>
          <p:cNvSpPr>
            <a:spLocks noGrp="1"/>
          </p:cNvSpPr>
          <p:nvPr>
            <p:ph type="body" sz="quarter" idx="15"/>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 </a:t>
            </a:r>
            <a:r>
              <a:rPr lang="en-US" err="1"/>
              <a:t>si</a:t>
            </a:r>
            <a:r>
              <a:rPr lang="en-US"/>
              <a:t> </a:t>
            </a:r>
            <a:r>
              <a:rPr lang="en-US" err="1"/>
              <a:t>aborionsende</a:t>
            </a:r>
            <a:r>
              <a:rPr lang="en-US"/>
              <a:t> </a:t>
            </a:r>
            <a:r>
              <a:rPr lang="en-US" err="1"/>
              <a:t>vero</a:t>
            </a:r>
            <a:r>
              <a:rPr lang="en-US"/>
              <a:t> </a:t>
            </a:r>
            <a:r>
              <a:rPr lang="en-US" err="1"/>
              <a:t>tem</a:t>
            </a:r>
            <a:r>
              <a:rPr lang="en-US"/>
              <a:t> a </a:t>
            </a:r>
            <a:r>
              <a:rPr lang="en-US" err="1"/>
              <a:t>voluptati</a:t>
            </a:r>
            <a:r>
              <a:rPr lang="en-US"/>
              <a:t> </a:t>
            </a:r>
            <a:r>
              <a:rPr lang="en-US" err="1"/>
              <a:t>conserro</a:t>
            </a:r>
            <a:r>
              <a:rPr lang="en-US"/>
              <a:t> </a:t>
            </a:r>
            <a:r>
              <a:rPr lang="en-US" err="1"/>
              <a:t>magnit</a:t>
            </a:r>
            <a:r>
              <a:rPr lang="en-US"/>
              <a:t> </a:t>
            </a:r>
            <a:r>
              <a:rPr lang="en-US" err="1"/>
              <a:t>estis</a:t>
            </a:r>
            <a:r>
              <a:rPr lang="en-US"/>
              <a:t> </a:t>
            </a:r>
            <a:r>
              <a:rPr lang="en-US" err="1"/>
              <a:t>quis</a:t>
            </a:r>
            <a:r>
              <a:rPr lang="en-US"/>
              <a:t> </a:t>
            </a:r>
            <a:r>
              <a:rPr lang="en-US" err="1"/>
              <a:t>magnia</a:t>
            </a:r>
            <a:r>
              <a:rPr lang="en-US"/>
              <a:t> </a:t>
            </a:r>
            <a:r>
              <a:rPr lang="en-US" err="1"/>
              <a:t>aut</a:t>
            </a:r>
            <a:r>
              <a:rPr lang="en-US"/>
              <a:t> </a:t>
            </a:r>
            <a:r>
              <a:rPr lang="en-US" err="1"/>
              <a:t>modis</a:t>
            </a:r>
            <a:r>
              <a:rPr lang="en-US"/>
              <a:t> sum </a:t>
            </a:r>
            <a:r>
              <a:rPr lang="en-US" err="1"/>
              <a:t>quodis</a:t>
            </a:r>
            <a:r>
              <a:rPr lang="en-US"/>
              <a:t> </a:t>
            </a:r>
            <a:r>
              <a:rPr lang="en-US" err="1"/>
              <a:t>utem</a:t>
            </a:r>
            <a:r>
              <a:rPr lang="en-US"/>
              <a:t> et qui </a:t>
            </a:r>
            <a:r>
              <a:rPr lang="en-US" err="1"/>
              <a:t>ommoluptate</a:t>
            </a:r>
            <a:r>
              <a:rPr lang="en-US"/>
              <a:t> nus et </a:t>
            </a:r>
            <a:r>
              <a:rPr lang="en-US" err="1"/>
              <a:t>fuga</a:t>
            </a:r>
            <a:r>
              <a:rPr lang="en-US"/>
              <a:t>.</a:t>
            </a:r>
          </a:p>
        </p:txBody>
      </p:sp>
      <p:sp>
        <p:nvSpPr>
          <p:cNvPr id="4" name="Text Placeholder 3">
            <a:extLst>
              <a:ext uri="{FF2B5EF4-FFF2-40B4-BE49-F238E27FC236}">
                <a16:creationId xmlns:a16="http://schemas.microsoft.com/office/drawing/2014/main" id="{6D8B83F7-6A95-DB2C-3135-70D65FAC2985}"/>
              </a:ext>
            </a:extLst>
          </p:cNvPr>
          <p:cNvSpPr>
            <a:spLocks noGrp="1"/>
          </p:cNvSpPr>
          <p:nvPr>
            <p:ph type="body" sz="quarter" idx="17"/>
          </p:nvPr>
        </p:nvSpPr>
        <p:spPr/>
        <p:txBody>
          <a:bodyPr/>
          <a:lstStyle/>
          <a:p>
            <a:r>
              <a:rPr lang="en-US"/>
              <a:t>Add some additional information here like photo captions or a specific call out. </a:t>
            </a:r>
          </a:p>
        </p:txBody>
      </p:sp>
      <p:pic>
        <p:nvPicPr>
          <p:cNvPr id="13" name="Picture Placeholder 12" descr="Close-up of a fan palm leaf&#10;&#10;AI-generated content may be incorrect.">
            <a:extLst>
              <a:ext uri="{FF2B5EF4-FFF2-40B4-BE49-F238E27FC236}">
                <a16:creationId xmlns:a16="http://schemas.microsoft.com/office/drawing/2014/main" id="{030D0EC1-6347-BC82-295B-3414757C382C}"/>
              </a:ext>
            </a:extLst>
          </p:cNvPr>
          <p:cNvPicPr>
            <a:picLocks noGrp="1" noChangeAspect="1"/>
          </p:cNvPicPr>
          <p:nvPr>
            <p:ph type="pic" sz="quarter" idx="45"/>
          </p:nvPr>
        </p:nvPicPr>
        <p:blipFill>
          <a:blip r:embed="rId2" cstate="screen">
            <a:extLst>
              <a:ext uri="{28A0092B-C50C-407E-A947-70E740481C1C}">
                <a14:useLocalDpi xmlns:a14="http://schemas.microsoft.com/office/drawing/2010/main"/>
              </a:ext>
            </a:extLst>
          </a:blip>
          <a:srcRect/>
          <a:stretch/>
        </p:blipFill>
        <p:spPr/>
      </p:pic>
      <p:pic>
        <p:nvPicPr>
          <p:cNvPr id="17" name="Picture Placeholder 16" descr="A close up of a plant&#10;&#10;AI-generated content may be incorrect.">
            <a:extLst>
              <a:ext uri="{FF2B5EF4-FFF2-40B4-BE49-F238E27FC236}">
                <a16:creationId xmlns:a16="http://schemas.microsoft.com/office/drawing/2014/main" id="{3D1F3669-DD64-B2E9-B41C-891BCADC4C2C}"/>
              </a:ext>
            </a:extLst>
          </p:cNvPr>
          <p:cNvPicPr>
            <a:picLocks noGrp="1" noChangeAspect="1"/>
          </p:cNvPicPr>
          <p:nvPr>
            <p:ph type="pic" sz="quarter" idx="46"/>
          </p:nvPr>
        </p:nvPicPr>
        <p:blipFill>
          <a:blip r:embed="rId3" cstate="screen">
            <a:extLst>
              <a:ext uri="{28A0092B-C50C-407E-A947-70E740481C1C}">
                <a14:useLocalDpi xmlns:a14="http://schemas.microsoft.com/office/drawing/2010/main"/>
              </a:ext>
            </a:extLst>
          </a:blip>
          <a:srcRect/>
          <a:stretch/>
        </p:blipFill>
        <p:spPr/>
      </p:pic>
      <p:pic>
        <p:nvPicPr>
          <p:cNvPr id="22" name="Picture Placeholder 21" descr="A close up of a flower&#10;&#10;AI-generated content may be incorrect.">
            <a:extLst>
              <a:ext uri="{FF2B5EF4-FFF2-40B4-BE49-F238E27FC236}">
                <a16:creationId xmlns:a16="http://schemas.microsoft.com/office/drawing/2014/main" id="{56CEB408-D32D-17C6-142D-E5C901C29832}"/>
              </a:ext>
            </a:extLst>
          </p:cNvPr>
          <p:cNvPicPr>
            <a:picLocks noGrp="1" noChangeAspect="1"/>
          </p:cNvPicPr>
          <p:nvPr>
            <p:ph type="pic" sz="quarter" idx="47"/>
          </p:nvPr>
        </p:nvPicPr>
        <p:blipFill>
          <a:blip r:embed="rId4" cstate="screen">
            <a:extLst>
              <a:ext uri="{28A0092B-C50C-407E-A947-70E740481C1C}">
                <a14:useLocalDpi xmlns:a14="http://schemas.microsoft.com/office/drawing/2010/main"/>
              </a:ext>
            </a:extLst>
          </a:blip>
          <a:srcRect/>
          <a:stretch/>
        </p:blipFill>
        <p:spPr/>
      </p:pic>
      <p:sp>
        <p:nvSpPr>
          <p:cNvPr id="8" name="Text Placeholder 7">
            <a:extLst>
              <a:ext uri="{FF2B5EF4-FFF2-40B4-BE49-F238E27FC236}">
                <a16:creationId xmlns:a16="http://schemas.microsoft.com/office/drawing/2014/main" id="{55600C5B-A9B7-9D91-F7EC-7754216AE0DA}"/>
              </a:ext>
            </a:extLst>
          </p:cNvPr>
          <p:cNvSpPr>
            <a:spLocks noGrp="1"/>
          </p:cNvSpPr>
          <p:nvPr>
            <p:ph type="body" sz="quarter" idx="11"/>
          </p:nvPr>
        </p:nvSpPr>
        <p:spPr>
          <a:xfrm>
            <a:off x="562431" y="3665203"/>
            <a:ext cx="3207931" cy="1734533"/>
          </a:xfrm>
        </p:spPr>
        <p:txBody>
          <a:bodyPr>
            <a:normAutofit/>
          </a:bodyPr>
          <a:lstStyle/>
          <a:p>
            <a:r>
              <a:rPr lang="en-US"/>
              <a:t>First bullet point</a:t>
            </a:r>
          </a:p>
          <a:p>
            <a:r>
              <a:rPr lang="en-US"/>
              <a:t>Second bullet point</a:t>
            </a:r>
          </a:p>
          <a:p>
            <a:r>
              <a:rPr lang="en-US"/>
              <a:t>Third bullet point</a:t>
            </a:r>
          </a:p>
          <a:p>
            <a:r>
              <a:rPr lang="en-US"/>
              <a:t>Fourth bullet point</a:t>
            </a:r>
          </a:p>
        </p:txBody>
      </p:sp>
      <p:sp>
        <p:nvSpPr>
          <p:cNvPr id="19" name="Slide Number Placeholder 18">
            <a:extLst>
              <a:ext uri="{FF2B5EF4-FFF2-40B4-BE49-F238E27FC236}">
                <a16:creationId xmlns:a16="http://schemas.microsoft.com/office/drawing/2014/main" id="{2129F22F-9FEE-F39E-1621-7AE354BD9E12}"/>
              </a:ext>
            </a:extLst>
          </p:cNvPr>
          <p:cNvSpPr>
            <a:spLocks noGrp="1"/>
          </p:cNvSpPr>
          <p:nvPr>
            <p:ph type="sldNum" sz="quarter" idx="13"/>
          </p:nvPr>
        </p:nvSpPr>
        <p:spPr/>
        <p:txBody>
          <a:bodyPr/>
          <a:lstStyle/>
          <a:p>
            <a:fld id="{D5557E57-8FF5-498F-85CD-A04FA8F809F1}" type="slidenum">
              <a:rPr lang="en-US" smtClean="0"/>
              <a:pPr/>
              <a:t>12</a:t>
            </a:fld>
            <a:endParaRPr lang="en-US"/>
          </a:p>
        </p:txBody>
      </p:sp>
      <p:sp>
        <p:nvSpPr>
          <p:cNvPr id="21" name="Picture Placeholder 25">
            <a:extLst>
              <a:ext uri="{FF2B5EF4-FFF2-40B4-BE49-F238E27FC236}">
                <a16:creationId xmlns:a16="http://schemas.microsoft.com/office/drawing/2014/main" id="{C0214559-8C0E-0D5A-1962-25C6D3CFC0A1}"/>
              </a:ext>
            </a:extLst>
          </p:cNvPr>
          <p:cNvSpPr txBox="1">
            <a:spLocks/>
          </p:cNvSpPr>
          <p:nvPr/>
        </p:nvSpPr>
        <p:spPr>
          <a:xfrm>
            <a:off x="6415619" y="2456553"/>
            <a:ext cx="3095866" cy="2228317"/>
          </a:xfrm>
          <a:prstGeom prst="rect">
            <a:avLst/>
          </a:prstGeom>
        </p:spPr>
        <p:txBody>
          <a:bodyPr vert="horz" lIns="91440" tIns="45720" rIns="91440" bIns="45720" rtlCol="0" anchor="ctr" anchorCtr="0">
            <a:normAutofit/>
          </a:bodyPr>
          <a:lstStyle>
            <a:lvl1pPr marL="0" indent="0" algn="ctr" defTabSz="685800" rtl="0" eaLnBrk="1" latinLnBrk="0" hangingPunct="1">
              <a:lnSpc>
                <a:spcPct val="100000"/>
              </a:lnSpc>
              <a:spcBef>
                <a:spcPts val="1000"/>
              </a:spcBef>
              <a:buClr>
                <a:schemeClr val="bg2"/>
              </a:buClr>
              <a:buFont typeface="Arial"/>
              <a:buNone/>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bg2"/>
              </a:buClr>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bg2"/>
              </a:buClr>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2"/>
              </a:buClr>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a:t>Image</a:t>
            </a:r>
          </a:p>
        </p:txBody>
      </p:sp>
    </p:spTree>
    <p:extLst>
      <p:ext uri="{BB962C8B-B14F-4D97-AF65-F5344CB8AC3E}">
        <p14:creationId xmlns:p14="http://schemas.microsoft.com/office/powerpoint/2010/main" val="2027456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28BAD22-3C7D-CE11-0EF5-E0364F6138AB}"/>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F2D18650-BD86-4876-90B6-4E8E6A58069F}"/>
              </a:ext>
            </a:extLst>
          </p:cNvPr>
          <p:cNvSpPr>
            <a:spLocks noGrp="1"/>
          </p:cNvSpPr>
          <p:nvPr>
            <p:ph type="body" sz="quarter" idx="15"/>
          </p:nvPr>
        </p:nvSpPr>
        <p:spPr/>
        <p:txBody>
          <a:bodyPr/>
          <a:lstStyle/>
          <a:p>
            <a:endParaRPr lang="en-US"/>
          </a:p>
        </p:txBody>
      </p:sp>
      <p:sp>
        <p:nvSpPr>
          <p:cNvPr id="13" name="Text Placeholder 12">
            <a:extLst>
              <a:ext uri="{FF2B5EF4-FFF2-40B4-BE49-F238E27FC236}">
                <a16:creationId xmlns:a16="http://schemas.microsoft.com/office/drawing/2014/main" id="{D845F2FE-A846-D474-057C-0D97C831262A}"/>
              </a:ext>
            </a:extLst>
          </p:cNvPr>
          <p:cNvSpPr>
            <a:spLocks noGrp="1"/>
          </p:cNvSpPr>
          <p:nvPr>
            <p:ph type="body" sz="quarter" idx="17"/>
          </p:nvPr>
        </p:nvSpPr>
        <p:spPr/>
        <p:txBody>
          <a:bodyPr/>
          <a:lstStyle/>
          <a:p>
            <a:endParaRPr lang="en-US"/>
          </a:p>
        </p:txBody>
      </p:sp>
      <p:sp>
        <p:nvSpPr>
          <p:cNvPr id="14" name="Picture Placeholder 13">
            <a:extLst>
              <a:ext uri="{FF2B5EF4-FFF2-40B4-BE49-F238E27FC236}">
                <a16:creationId xmlns:a16="http://schemas.microsoft.com/office/drawing/2014/main" id="{F3D724DF-59B1-15D2-CEF9-6EDFC5D6CB7C}"/>
              </a:ext>
            </a:extLst>
          </p:cNvPr>
          <p:cNvSpPr>
            <a:spLocks noGrp="1"/>
          </p:cNvSpPr>
          <p:nvPr>
            <p:ph type="pic" sz="quarter" idx="45"/>
          </p:nvPr>
        </p:nvSpPr>
        <p:spPr/>
        <p:txBody>
          <a:bodyPr/>
          <a:lstStyle/>
          <a:p>
            <a:endParaRPr lang="en-US"/>
          </a:p>
        </p:txBody>
      </p:sp>
      <p:sp>
        <p:nvSpPr>
          <p:cNvPr id="15" name="Picture Placeholder 14">
            <a:extLst>
              <a:ext uri="{FF2B5EF4-FFF2-40B4-BE49-F238E27FC236}">
                <a16:creationId xmlns:a16="http://schemas.microsoft.com/office/drawing/2014/main" id="{9E6CAB84-D1F4-FC29-DE11-7150853D7460}"/>
              </a:ext>
            </a:extLst>
          </p:cNvPr>
          <p:cNvSpPr>
            <a:spLocks noGrp="1"/>
          </p:cNvSpPr>
          <p:nvPr>
            <p:ph type="pic" sz="quarter" idx="46"/>
          </p:nvPr>
        </p:nvSpPr>
        <p:spPr/>
        <p:txBody>
          <a:bodyPr/>
          <a:lstStyle/>
          <a:p>
            <a:endParaRPr lang="en-US"/>
          </a:p>
        </p:txBody>
      </p:sp>
      <p:sp>
        <p:nvSpPr>
          <p:cNvPr id="16" name="Picture Placeholder 15">
            <a:extLst>
              <a:ext uri="{FF2B5EF4-FFF2-40B4-BE49-F238E27FC236}">
                <a16:creationId xmlns:a16="http://schemas.microsoft.com/office/drawing/2014/main" id="{1ABA261B-0D77-5B5C-DAED-C7805446565C}"/>
              </a:ext>
            </a:extLst>
          </p:cNvPr>
          <p:cNvSpPr>
            <a:spLocks noGrp="1"/>
          </p:cNvSpPr>
          <p:nvPr>
            <p:ph type="pic" sz="quarter" idx="47"/>
          </p:nvPr>
        </p:nvSpPr>
        <p:spPr/>
        <p:txBody>
          <a:bodyPr/>
          <a:lstStyle/>
          <a:p>
            <a:endParaRPr lang="en-US"/>
          </a:p>
        </p:txBody>
      </p:sp>
      <p:sp>
        <p:nvSpPr>
          <p:cNvPr id="11" name="Text Placeholder 10">
            <a:extLst>
              <a:ext uri="{FF2B5EF4-FFF2-40B4-BE49-F238E27FC236}">
                <a16:creationId xmlns:a16="http://schemas.microsoft.com/office/drawing/2014/main" id="{3D0847C3-13AD-D4E5-0DD8-290A4259BED2}"/>
              </a:ext>
            </a:extLst>
          </p:cNvPr>
          <p:cNvSpPr>
            <a:spLocks noGrp="1"/>
          </p:cNvSpPr>
          <p:nvPr>
            <p:ph type="body" sz="quarter" idx="11"/>
          </p:nvPr>
        </p:nvSpPr>
        <p:spPr/>
        <p:txBody>
          <a:bodyPr/>
          <a:lstStyle/>
          <a:p>
            <a:endParaRPr lang="en-US"/>
          </a:p>
        </p:txBody>
      </p:sp>
      <p:sp>
        <p:nvSpPr>
          <p:cNvPr id="9" name="Slide Number Placeholder 8">
            <a:extLst>
              <a:ext uri="{FF2B5EF4-FFF2-40B4-BE49-F238E27FC236}">
                <a16:creationId xmlns:a16="http://schemas.microsoft.com/office/drawing/2014/main" id="{C43E9D7A-5FE4-5DE7-C48A-A39EB9172870}"/>
              </a:ext>
            </a:extLst>
          </p:cNvPr>
          <p:cNvSpPr>
            <a:spLocks noGrp="1"/>
          </p:cNvSpPr>
          <p:nvPr>
            <p:ph type="sldNum" sz="quarter" idx="13"/>
          </p:nvPr>
        </p:nvSpPr>
        <p:spPr/>
        <p:txBody>
          <a:bodyPr/>
          <a:lstStyle/>
          <a:p>
            <a:fld id="{D5557E57-8FF5-498F-85CD-A04FA8F809F1}" type="slidenum">
              <a:rPr lang="en-US" smtClean="0"/>
              <a:pPr/>
              <a:t>13</a:t>
            </a:fld>
            <a:endParaRPr lang="en-US"/>
          </a:p>
        </p:txBody>
      </p:sp>
    </p:spTree>
    <p:extLst>
      <p:ext uri="{BB962C8B-B14F-4D97-AF65-F5344CB8AC3E}">
        <p14:creationId xmlns:p14="http://schemas.microsoft.com/office/powerpoint/2010/main" val="886242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75BDE10B-6043-C696-2A98-2DAD177A5577}"/>
              </a:ext>
            </a:extLst>
          </p:cNvPr>
          <p:cNvSpPr>
            <a:spLocks noGrp="1"/>
          </p:cNvSpPr>
          <p:nvPr>
            <p:ph type="body" sz="quarter" idx="22"/>
          </p:nvPr>
        </p:nvSpPr>
        <p:spPr>
          <a:xfrm>
            <a:off x="4317695" y="2808020"/>
            <a:ext cx="1816630" cy="293798"/>
          </a:xfrm>
        </p:spPr>
        <p:txBody>
          <a:bodyPr/>
          <a:lstStyle/>
          <a:p>
            <a:r>
              <a:rPr lang="en-US"/>
              <a:t>Jane Doe</a:t>
            </a:r>
          </a:p>
        </p:txBody>
      </p:sp>
      <p:sp>
        <p:nvSpPr>
          <p:cNvPr id="23" name="Text Placeholder 22">
            <a:extLst>
              <a:ext uri="{FF2B5EF4-FFF2-40B4-BE49-F238E27FC236}">
                <a16:creationId xmlns:a16="http://schemas.microsoft.com/office/drawing/2014/main" id="{ED2C95AF-71AC-6281-E236-CE33F3A8120B}"/>
              </a:ext>
            </a:extLst>
          </p:cNvPr>
          <p:cNvSpPr>
            <a:spLocks noGrp="1"/>
          </p:cNvSpPr>
          <p:nvPr>
            <p:ph type="body" sz="quarter" idx="23"/>
          </p:nvPr>
        </p:nvSpPr>
        <p:spPr>
          <a:xfrm>
            <a:off x="4317695" y="3064445"/>
            <a:ext cx="1816630" cy="293798"/>
          </a:xfrm>
        </p:spPr>
        <p:txBody>
          <a:bodyPr/>
          <a:lstStyle/>
          <a:p>
            <a:r>
              <a:rPr lang="en-US"/>
              <a:t>Landscape Specialist</a:t>
            </a:r>
          </a:p>
        </p:txBody>
      </p:sp>
      <p:sp>
        <p:nvSpPr>
          <p:cNvPr id="5" name="Slide Number Placeholder 4">
            <a:extLst>
              <a:ext uri="{FF2B5EF4-FFF2-40B4-BE49-F238E27FC236}">
                <a16:creationId xmlns:a16="http://schemas.microsoft.com/office/drawing/2014/main" id="{F332AAE8-E241-9523-42E5-AC42DCF1896D}"/>
              </a:ext>
            </a:extLst>
          </p:cNvPr>
          <p:cNvSpPr>
            <a:spLocks noGrp="1"/>
          </p:cNvSpPr>
          <p:nvPr>
            <p:ph type="sldNum" sz="quarter" idx="13"/>
          </p:nvPr>
        </p:nvSpPr>
        <p:spPr>
          <a:xfrm>
            <a:off x="11491687" y="6299898"/>
            <a:ext cx="348343" cy="365125"/>
          </a:xfrm>
        </p:spPr>
        <p:txBody>
          <a:bodyPr/>
          <a:lstStyle/>
          <a:p>
            <a:fld id="{D5557E57-8FF5-498F-85CD-A04FA8F809F1}" type="slidenum">
              <a:rPr lang="en-US" smtClean="0"/>
              <a:pPr/>
              <a:t>14</a:t>
            </a:fld>
            <a:endParaRPr lang="en-US"/>
          </a:p>
        </p:txBody>
      </p:sp>
      <p:pic>
        <p:nvPicPr>
          <p:cNvPr id="6" name="Picture Placeholder 5" descr="Woman with red hair in green top">
            <a:extLst>
              <a:ext uri="{FF2B5EF4-FFF2-40B4-BE49-F238E27FC236}">
                <a16:creationId xmlns:a16="http://schemas.microsoft.com/office/drawing/2014/main" id="{A621C787-039A-DD15-8138-F872927325D2}"/>
              </a:ext>
            </a:extLst>
          </p:cNvPr>
          <p:cNvPicPr>
            <a:picLocks noGrp="1" noChangeAspect="1"/>
          </p:cNvPicPr>
          <p:nvPr>
            <p:ph type="pic" sz="quarter" idx="46"/>
          </p:nvPr>
        </p:nvPicPr>
        <p:blipFill>
          <a:blip r:embed="rId2" cstate="screen">
            <a:extLst>
              <a:ext uri="{28A0092B-C50C-407E-A947-70E740481C1C}">
                <a14:useLocalDpi xmlns:a14="http://schemas.microsoft.com/office/drawing/2010/main"/>
              </a:ext>
            </a:extLst>
          </a:blip>
          <a:srcRect/>
          <a:stretch/>
        </p:blipFill>
        <p:spPr>
          <a:xfrm>
            <a:off x="4302312" y="819234"/>
            <a:ext cx="1847396" cy="1845713"/>
          </a:xfrm>
        </p:spPr>
      </p:pic>
      <p:sp>
        <p:nvSpPr>
          <p:cNvPr id="150" name="Text Placeholder 149">
            <a:extLst>
              <a:ext uri="{FF2B5EF4-FFF2-40B4-BE49-F238E27FC236}">
                <a16:creationId xmlns:a16="http://schemas.microsoft.com/office/drawing/2014/main" id="{BC26F3C3-C537-3825-4CBA-D0E2AC0914E4}"/>
              </a:ext>
            </a:extLst>
          </p:cNvPr>
          <p:cNvSpPr>
            <a:spLocks noGrp="1"/>
          </p:cNvSpPr>
          <p:nvPr>
            <p:ph type="body" sz="quarter" idx="15"/>
          </p:nvPr>
        </p:nvSpPr>
        <p:spPr>
          <a:xfrm>
            <a:off x="4302312" y="3667883"/>
            <a:ext cx="1847396" cy="2208506"/>
          </a:xfrm>
        </p:spPr>
        <p:txBody>
          <a:bodyPr/>
          <a:lstStyle/>
          <a:p>
            <a:r>
              <a:rPr lang="en-US"/>
              <a:t>Mina </a:t>
            </a:r>
            <a:r>
              <a:rPr lang="en-US" err="1"/>
              <a:t>opeles</a:t>
            </a:r>
            <a:r>
              <a:rPr lang="en-US"/>
              <a:t> </a:t>
            </a:r>
            <a:r>
              <a:rPr lang="en-US" err="1"/>
              <a:t>eliqua</a:t>
            </a:r>
            <a:r>
              <a:rPr lang="en-US"/>
              <a:t> </a:t>
            </a:r>
            <a:r>
              <a:rPr lang="en-US" err="1"/>
              <a:t>verundias</a:t>
            </a:r>
            <a:r>
              <a:rPr lang="en-US"/>
              <a:t> </a:t>
            </a:r>
            <a:r>
              <a:rPr lang="en-US" err="1"/>
              <a:t>entorpor</a:t>
            </a:r>
            <a:r>
              <a:rPr lang="en-US"/>
              <a:t> </a:t>
            </a:r>
            <a:r>
              <a:rPr lang="en-US" err="1"/>
              <a:t>aut</a:t>
            </a:r>
            <a:r>
              <a:rPr lang="en-US"/>
              <a:t> </a:t>
            </a:r>
            <a:r>
              <a:rPr lang="en-US" err="1"/>
              <a:t>etmoni</a:t>
            </a:r>
            <a:r>
              <a:rPr lang="en-US"/>
              <a:t> </a:t>
            </a:r>
            <a:r>
              <a:rPr lang="en-US" err="1"/>
              <a:t>exceprest</a:t>
            </a:r>
            <a:r>
              <a:rPr lang="en-US"/>
              <a:t>, </a:t>
            </a:r>
            <a:r>
              <a:rPr lang="en-US" err="1"/>
              <a:t>acepele</a:t>
            </a:r>
            <a:r>
              <a:rPr lang="en-US"/>
              <a:t> </a:t>
            </a:r>
            <a:r>
              <a:rPr lang="en-US" err="1"/>
              <a:t>stestibus</a:t>
            </a:r>
            <a:r>
              <a:rPr lang="en-US"/>
              <a:t> </a:t>
            </a:r>
            <a:r>
              <a:rPr lang="en-US" err="1"/>
              <a:t>fel</a:t>
            </a:r>
            <a:r>
              <a:rPr lang="en-US"/>
              <a:t> </a:t>
            </a:r>
            <a:r>
              <a:rPr lang="en-US" err="1"/>
              <a:t>coreste</a:t>
            </a:r>
            <a:r>
              <a:rPr lang="en-US"/>
              <a:t> </a:t>
            </a:r>
            <a:r>
              <a:rPr lang="en-US" err="1"/>
              <a:t>mpossimenia</a:t>
            </a:r>
            <a:r>
              <a:rPr lang="en-US"/>
              <a:t> </a:t>
            </a:r>
            <a:r>
              <a:rPr lang="en-US" err="1"/>
              <a:t>valle</a:t>
            </a:r>
            <a:r>
              <a:rPr lang="en-US"/>
              <a:t> </a:t>
            </a:r>
            <a:r>
              <a:rPr lang="en-US" err="1"/>
              <a:t>nectotatem</a:t>
            </a:r>
            <a:r>
              <a:rPr lang="en-US"/>
              <a:t> con </a:t>
            </a:r>
            <a:r>
              <a:rPr lang="en-US" err="1"/>
              <a:t>beliquos</a:t>
            </a:r>
            <a:r>
              <a:rPr lang="en-US"/>
              <a:t> </a:t>
            </a:r>
            <a:r>
              <a:rPr lang="en-US" err="1"/>
              <a:t>fasane</a:t>
            </a:r>
            <a:r>
              <a:rPr lang="en-US"/>
              <a:t>.</a:t>
            </a:r>
          </a:p>
          <a:p>
            <a:endParaRPr lang="en-US"/>
          </a:p>
        </p:txBody>
      </p:sp>
      <p:sp>
        <p:nvSpPr>
          <p:cNvPr id="25" name="Text Placeholder 24">
            <a:extLst>
              <a:ext uri="{FF2B5EF4-FFF2-40B4-BE49-F238E27FC236}">
                <a16:creationId xmlns:a16="http://schemas.microsoft.com/office/drawing/2014/main" id="{263445BA-DDAF-400E-9622-EA8FBE6532BD}"/>
              </a:ext>
            </a:extLst>
          </p:cNvPr>
          <p:cNvSpPr>
            <a:spLocks noGrp="1"/>
          </p:cNvSpPr>
          <p:nvPr>
            <p:ph type="body" sz="quarter" idx="47"/>
          </p:nvPr>
        </p:nvSpPr>
        <p:spPr>
          <a:xfrm>
            <a:off x="6954025" y="2808020"/>
            <a:ext cx="1816630" cy="293798"/>
          </a:xfrm>
        </p:spPr>
        <p:txBody>
          <a:bodyPr/>
          <a:lstStyle/>
          <a:p>
            <a:r>
              <a:rPr lang="en-US"/>
              <a:t>Jason Andrews</a:t>
            </a:r>
          </a:p>
        </p:txBody>
      </p:sp>
      <p:sp>
        <p:nvSpPr>
          <p:cNvPr id="26" name="Text Placeholder 25">
            <a:extLst>
              <a:ext uri="{FF2B5EF4-FFF2-40B4-BE49-F238E27FC236}">
                <a16:creationId xmlns:a16="http://schemas.microsoft.com/office/drawing/2014/main" id="{2FFC57E8-DB0D-557B-2EF9-3D2AF6FFA607}"/>
              </a:ext>
            </a:extLst>
          </p:cNvPr>
          <p:cNvSpPr>
            <a:spLocks noGrp="1"/>
          </p:cNvSpPr>
          <p:nvPr>
            <p:ph type="body" sz="quarter" idx="48"/>
          </p:nvPr>
        </p:nvSpPr>
        <p:spPr>
          <a:xfrm>
            <a:off x="6954025" y="3064445"/>
            <a:ext cx="1816630" cy="293798"/>
          </a:xfrm>
        </p:spPr>
        <p:txBody>
          <a:bodyPr/>
          <a:lstStyle/>
          <a:p>
            <a:r>
              <a:rPr lang="en-US"/>
              <a:t>Landscape Specialist</a:t>
            </a:r>
          </a:p>
        </p:txBody>
      </p:sp>
      <p:pic>
        <p:nvPicPr>
          <p:cNvPr id="120" name="Picture Placeholder 119" descr="Young man with freckles">
            <a:extLst>
              <a:ext uri="{FF2B5EF4-FFF2-40B4-BE49-F238E27FC236}">
                <a16:creationId xmlns:a16="http://schemas.microsoft.com/office/drawing/2014/main" id="{A7AD7B35-0968-9050-4D41-850A29426BB6}"/>
              </a:ext>
            </a:extLst>
          </p:cNvPr>
          <p:cNvPicPr>
            <a:picLocks noGrp="1" noChangeAspect="1"/>
          </p:cNvPicPr>
          <p:nvPr>
            <p:ph type="pic" sz="quarter" idx="49"/>
          </p:nvPr>
        </p:nvPicPr>
        <p:blipFill>
          <a:blip r:embed="rId3" cstate="screen">
            <a:extLst>
              <a:ext uri="{28A0092B-C50C-407E-A947-70E740481C1C}">
                <a14:useLocalDpi xmlns:a14="http://schemas.microsoft.com/office/drawing/2010/main"/>
              </a:ext>
            </a:extLst>
          </a:blip>
          <a:srcRect/>
          <a:stretch/>
        </p:blipFill>
        <p:spPr>
          <a:xfrm>
            <a:off x="6938963" y="819150"/>
            <a:ext cx="1847850" cy="1846263"/>
          </a:xfrm>
        </p:spPr>
      </p:pic>
      <p:sp>
        <p:nvSpPr>
          <p:cNvPr id="187" name="Text Placeholder 186">
            <a:extLst>
              <a:ext uri="{FF2B5EF4-FFF2-40B4-BE49-F238E27FC236}">
                <a16:creationId xmlns:a16="http://schemas.microsoft.com/office/drawing/2014/main" id="{B107D964-64E2-2D4F-A9B0-7DEB2F96ECCD}"/>
              </a:ext>
            </a:extLst>
          </p:cNvPr>
          <p:cNvSpPr>
            <a:spLocks noGrp="1"/>
          </p:cNvSpPr>
          <p:nvPr>
            <p:ph type="body" sz="quarter" idx="50"/>
          </p:nvPr>
        </p:nvSpPr>
        <p:spPr>
          <a:xfrm>
            <a:off x="6938642" y="3667883"/>
            <a:ext cx="1847396" cy="2208506"/>
          </a:xfrm>
        </p:spPr>
        <p:txBody>
          <a:bodyPr/>
          <a:lstStyle/>
          <a:p>
            <a:r>
              <a:rPr lang="en-US"/>
              <a:t>Mina </a:t>
            </a:r>
            <a:r>
              <a:rPr lang="en-US" err="1"/>
              <a:t>opeles</a:t>
            </a:r>
            <a:r>
              <a:rPr lang="en-US"/>
              <a:t> </a:t>
            </a:r>
            <a:r>
              <a:rPr lang="en-US" err="1"/>
              <a:t>eliqua</a:t>
            </a:r>
            <a:r>
              <a:rPr lang="en-US"/>
              <a:t> </a:t>
            </a:r>
            <a:r>
              <a:rPr lang="en-US" err="1"/>
              <a:t>verundias</a:t>
            </a:r>
            <a:r>
              <a:rPr lang="en-US"/>
              <a:t> </a:t>
            </a:r>
            <a:r>
              <a:rPr lang="en-US" err="1"/>
              <a:t>entorpor</a:t>
            </a:r>
            <a:r>
              <a:rPr lang="en-US"/>
              <a:t> </a:t>
            </a:r>
            <a:r>
              <a:rPr lang="en-US" err="1"/>
              <a:t>aut</a:t>
            </a:r>
            <a:r>
              <a:rPr lang="en-US"/>
              <a:t> </a:t>
            </a:r>
            <a:r>
              <a:rPr lang="en-US" err="1"/>
              <a:t>etmoni</a:t>
            </a:r>
            <a:r>
              <a:rPr lang="en-US"/>
              <a:t> </a:t>
            </a:r>
            <a:r>
              <a:rPr lang="en-US" err="1"/>
              <a:t>exceprest</a:t>
            </a:r>
            <a:r>
              <a:rPr lang="en-US"/>
              <a:t>, </a:t>
            </a:r>
            <a:r>
              <a:rPr lang="en-US" err="1"/>
              <a:t>acepele</a:t>
            </a:r>
            <a:r>
              <a:rPr lang="en-US"/>
              <a:t> </a:t>
            </a:r>
            <a:r>
              <a:rPr lang="en-US" err="1"/>
              <a:t>stestibus</a:t>
            </a:r>
            <a:r>
              <a:rPr lang="en-US"/>
              <a:t> </a:t>
            </a:r>
            <a:r>
              <a:rPr lang="en-US" err="1"/>
              <a:t>fel</a:t>
            </a:r>
            <a:r>
              <a:rPr lang="en-US"/>
              <a:t> </a:t>
            </a:r>
            <a:r>
              <a:rPr lang="en-US" err="1"/>
              <a:t>coreste</a:t>
            </a:r>
            <a:r>
              <a:rPr lang="en-US"/>
              <a:t> </a:t>
            </a:r>
            <a:r>
              <a:rPr lang="en-US" err="1"/>
              <a:t>mpossimenia</a:t>
            </a:r>
            <a:r>
              <a:rPr lang="en-US"/>
              <a:t> </a:t>
            </a:r>
            <a:r>
              <a:rPr lang="en-US" err="1"/>
              <a:t>valle</a:t>
            </a:r>
            <a:r>
              <a:rPr lang="en-US"/>
              <a:t> </a:t>
            </a:r>
            <a:r>
              <a:rPr lang="en-US" err="1"/>
              <a:t>nectotatem</a:t>
            </a:r>
            <a:r>
              <a:rPr lang="en-US"/>
              <a:t> con </a:t>
            </a:r>
            <a:r>
              <a:rPr lang="en-US" err="1"/>
              <a:t>beliquos</a:t>
            </a:r>
            <a:r>
              <a:rPr lang="en-US"/>
              <a:t> </a:t>
            </a:r>
            <a:r>
              <a:rPr lang="en-US" err="1"/>
              <a:t>fasane</a:t>
            </a:r>
            <a:r>
              <a:rPr lang="en-US"/>
              <a:t>.</a:t>
            </a:r>
          </a:p>
        </p:txBody>
      </p:sp>
      <p:sp>
        <p:nvSpPr>
          <p:cNvPr id="29" name="Text Placeholder 28">
            <a:extLst>
              <a:ext uri="{FF2B5EF4-FFF2-40B4-BE49-F238E27FC236}">
                <a16:creationId xmlns:a16="http://schemas.microsoft.com/office/drawing/2014/main" id="{0F26E920-214B-7104-5C71-9D83A817E362}"/>
              </a:ext>
            </a:extLst>
          </p:cNvPr>
          <p:cNvSpPr>
            <a:spLocks noGrp="1"/>
          </p:cNvSpPr>
          <p:nvPr>
            <p:ph type="body" sz="quarter" idx="51"/>
          </p:nvPr>
        </p:nvSpPr>
        <p:spPr>
          <a:xfrm>
            <a:off x="9571013" y="2808022"/>
            <a:ext cx="1816630" cy="293798"/>
          </a:xfrm>
        </p:spPr>
        <p:txBody>
          <a:bodyPr/>
          <a:lstStyle/>
          <a:p>
            <a:r>
              <a:rPr lang="en-US"/>
              <a:t>Miguel Fuentes</a:t>
            </a:r>
          </a:p>
        </p:txBody>
      </p:sp>
      <p:sp>
        <p:nvSpPr>
          <p:cNvPr id="115" name="Text Placeholder 114">
            <a:extLst>
              <a:ext uri="{FF2B5EF4-FFF2-40B4-BE49-F238E27FC236}">
                <a16:creationId xmlns:a16="http://schemas.microsoft.com/office/drawing/2014/main" id="{522022DA-46CB-9149-C9B5-0AC3053CE870}"/>
              </a:ext>
            </a:extLst>
          </p:cNvPr>
          <p:cNvSpPr>
            <a:spLocks noGrp="1"/>
          </p:cNvSpPr>
          <p:nvPr>
            <p:ph type="body" sz="quarter" idx="52"/>
          </p:nvPr>
        </p:nvSpPr>
        <p:spPr>
          <a:xfrm>
            <a:off x="9571013" y="3064447"/>
            <a:ext cx="1816630" cy="293798"/>
          </a:xfrm>
        </p:spPr>
        <p:txBody>
          <a:bodyPr/>
          <a:lstStyle/>
          <a:p>
            <a:r>
              <a:rPr lang="en-US"/>
              <a:t>Arborist</a:t>
            </a:r>
          </a:p>
        </p:txBody>
      </p:sp>
      <p:pic>
        <p:nvPicPr>
          <p:cNvPr id="122" name="Picture Placeholder 121" descr="Man in checkered shirt">
            <a:extLst>
              <a:ext uri="{FF2B5EF4-FFF2-40B4-BE49-F238E27FC236}">
                <a16:creationId xmlns:a16="http://schemas.microsoft.com/office/drawing/2014/main" id="{DE5A1DE8-0DF6-B2A5-ED2A-F5AA871E6C9E}"/>
              </a:ext>
            </a:extLst>
          </p:cNvPr>
          <p:cNvPicPr>
            <a:picLocks noGrp="1" noChangeAspect="1"/>
          </p:cNvPicPr>
          <p:nvPr>
            <p:ph type="pic" sz="quarter" idx="53"/>
          </p:nvPr>
        </p:nvPicPr>
        <p:blipFill>
          <a:blip r:embed="rId4" cstate="screen">
            <a:extLst>
              <a:ext uri="{28A0092B-C50C-407E-A947-70E740481C1C}">
                <a14:useLocalDpi xmlns:a14="http://schemas.microsoft.com/office/drawing/2010/main"/>
              </a:ext>
            </a:extLst>
          </a:blip>
          <a:srcRect/>
          <a:stretch/>
        </p:blipFill>
        <p:spPr>
          <a:xfrm>
            <a:off x="9555163" y="819150"/>
            <a:ext cx="1847850" cy="1846263"/>
          </a:xfrm>
        </p:spPr>
      </p:pic>
      <p:sp>
        <p:nvSpPr>
          <p:cNvPr id="188" name="Text Placeholder 187">
            <a:extLst>
              <a:ext uri="{FF2B5EF4-FFF2-40B4-BE49-F238E27FC236}">
                <a16:creationId xmlns:a16="http://schemas.microsoft.com/office/drawing/2014/main" id="{8E69E6F3-327F-837C-7AC8-8FE082BEDC5F}"/>
              </a:ext>
            </a:extLst>
          </p:cNvPr>
          <p:cNvSpPr>
            <a:spLocks noGrp="1"/>
          </p:cNvSpPr>
          <p:nvPr>
            <p:ph type="body" sz="quarter" idx="54"/>
          </p:nvPr>
        </p:nvSpPr>
        <p:spPr>
          <a:xfrm>
            <a:off x="9555630" y="3667885"/>
            <a:ext cx="1847396" cy="2208506"/>
          </a:xfrm>
        </p:spPr>
        <p:txBody>
          <a:bodyPr/>
          <a:lstStyle/>
          <a:p>
            <a:r>
              <a:rPr lang="en-US"/>
              <a:t>Mina </a:t>
            </a:r>
            <a:r>
              <a:rPr lang="en-US" err="1"/>
              <a:t>opeles</a:t>
            </a:r>
            <a:r>
              <a:rPr lang="en-US"/>
              <a:t> </a:t>
            </a:r>
            <a:r>
              <a:rPr lang="en-US" err="1"/>
              <a:t>eliqua</a:t>
            </a:r>
            <a:r>
              <a:rPr lang="en-US"/>
              <a:t> </a:t>
            </a:r>
            <a:r>
              <a:rPr lang="en-US" err="1"/>
              <a:t>verundias</a:t>
            </a:r>
            <a:r>
              <a:rPr lang="en-US"/>
              <a:t> </a:t>
            </a:r>
            <a:r>
              <a:rPr lang="en-US" err="1"/>
              <a:t>entorpor</a:t>
            </a:r>
            <a:r>
              <a:rPr lang="en-US"/>
              <a:t> </a:t>
            </a:r>
            <a:r>
              <a:rPr lang="en-US" err="1"/>
              <a:t>aut</a:t>
            </a:r>
            <a:r>
              <a:rPr lang="en-US"/>
              <a:t> </a:t>
            </a:r>
            <a:r>
              <a:rPr lang="en-US" err="1"/>
              <a:t>etmoni</a:t>
            </a:r>
            <a:r>
              <a:rPr lang="en-US"/>
              <a:t> </a:t>
            </a:r>
            <a:r>
              <a:rPr lang="en-US" err="1"/>
              <a:t>exceprest</a:t>
            </a:r>
            <a:r>
              <a:rPr lang="en-US"/>
              <a:t>, </a:t>
            </a:r>
            <a:r>
              <a:rPr lang="en-US" err="1"/>
              <a:t>acepele</a:t>
            </a:r>
            <a:r>
              <a:rPr lang="en-US"/>
              <a:t> </a:t>
            </a:r>
            <a:r>
              <a:rPr lang="en-US" err="1"/>
              <a:t>stestibus</a:t>
            </a:r>
            <a:r>
              <a:rPr lang="en-US"/>
              <a:t> </a:t>
            </a:r>
            <a:r>
              <a:rPr lang="en-US" err="1"/>
              <a:t>fel</a:t>
            </a:r>
            <a:r>
              <a:rPr lang="en-US"/>
              <a:t> </a:t>
            </a:r>
            <a:r>
              <a:rPr lang="en-US" err="1"/>
              <a:t>coreste</a:t>
            </a:r>
            <a:r>
              <a:rPr lang="en-US"/>
              <a:t> </a:t>
            </a:r>
            <a:r>
              <a:rPr lang="en-US" err="1"/>
              <a:t>mpossimenia</a:t>
            </a:r>
            <a:r>
              <a:rPr lang="en-US"/>
              <a:t> </a:t>
            </a:r>
            <a:r>
              <a:rPr lang="en-US" err="1"/>
              <a:t>valle</a:t>
            </a:r>
            <a:r>
              <a:rPr lang="en-US"/>
              <a:t> </a:t>
            </a:r>
            <a:r>
              <a:rPr lang="en-US" err="1"/>
              <a:t>nectotatem</a:t>
            </a:r>
            <a:r>
              <a:rPr lang="en-US"/>
              <a:t> con </a:t>
            </a:r>
            <a:r>
              <a:rPr lang="en-US" err="1"/>
              <a:t>beliquos</a:t>
            </a:r>
            <a:r>
              <a:rPr lang="en-US"/>
              <a:t> </a:t>
            </a:r>
            <a:r>
              <a:rPr lang="en-US" err="1"/>
              <a:t>fasane</a:t>
            </a:r>
            <a:r>
              <a:rPr lang="en-US"/>
              <a:t>.</a:t>
            </a:r>
          </a:p>
        </p:txBody>
      </p:sp>
      <p:sp>
        <p:nvSpPr>
          <p:cNvPr id="66" name="Text Placeholder 65">
            <a:extLst>
              <a:ext uri="{FF2B5EF4-FFF2-40B4-BE49-F238E27FC236}">
                <a16:creationId xmlns:a16="http://schemas.microsoft.com/office/drawing/2014/main" id="{B2CEBAD3-6E28-B7DF-8979-EDCC9D3914D6}"/>
              </a:ext>
            </a:extLst>
          </p:cNvPr>
          <p:cNvSpPr>
            <a:spLocks noGrp="1"/>
          </p:cNvSpPr>
          <p:nvPr>
            <p:ph type="body" sz="quarter" idx="56"/>
          </p:nvPr>
        </p:nvSpPr>
        <p:spPr>
          <a:xfrm>
            <a:off x="547688" y="2808287"/>
            <a:ext cx="2984500" cy="3068637"/>
          </a:xfrm>
        </p:spPr>
        <p:txBody>
          <a:bodyPr/>
          <a:lstStyle/>
          <a:p>
            <a:r>
              <a:rPr lang="en-US"/>
              <a:t>Some information about the team goes here.</a:t>
            </a:r>
          </a:p>
        </p:txBody>
      </p:sp>
      <p:sp>
        <p:nvSpPr>
          <p:cNvPr id="154" name="Title 153">
            <a:extLst>
              <a:ext uri="{FF2B5EF4-FFF2-40B4-BE49-F238E27FC236}">
                <a16:creationId xmlns:a16="http://schemas.microsoft.com/office/drawing/2014/main" id="{D8106CD9-083C-975F-E885-DA9AA843D38A}"/>
              </a:ext>
            </a:extLst>
          </p:cNvPr>
          <p:cNvSpPr>
            <a:spLocks noGrp="1"/>
          </p:cNvSpPr>
          <p:nvPr>
            <p:ph type="title"/>
          </p:nvPr>
        </p:nvSpPr>
        <p:spPr>
          <a:xfrm>
            <a:off x="562431" y="1221739"/>
            <a:ext cx="2984994" cy="553998"/>
          </a:xfrm>
        </p:spPr>
        <p:txBody>
          <a:bodyPr/>
          <a:lstStyle/>
          <a:p>
            <a:r>
              <a:rPr lang="en-US"/>
              <a:t>Meet Your BrightView Team</a:t>
            </a:r>
          </a:p>
        </p:txBody>
      </p:sp>
    </p:spTree>
    <p:extLst>
      <p:ext uri="{BB962C8B-B14F-4D97-AF65-F5344CB8AC3E}">
        <p14:creationId xmlns:p14="http://schemas.microsoft.com/office/powerpoint/2010/main" val="1864442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342B293-6E8D-C16D-FD2F-885B18161C97}"/>
              </a:ext>
            </a:extLst>
          </p:cNvPr>
          <p:cNvSpPr>
            <a:spLocks noGrp="1"/>
          </p:cNvSpPr>
          <p:nvPr>
            <p:ph type="body" sz="quarter" idx="22"/>
          </p:nvPr>
        </p:nvSpPr>
        <p:spPr/>
        <p:txBody>
          <a:bodyPr/>
          <a:lstStyle/>
          <a:p>
            <a:endParaRPr lang="en-US"/>
          </a:p>
        </p:txBody>
      </p:sp>
      <p:sp>
        <p:nvSpPr>
          <p:cNvPr id="6" name="Text Placeholder 5">
            <a:extLst>
              <a:ext uri="{FF2B5EF4-FFF2-40B4-BE49-F238E27FC236}">
                <a16:creationId xmlns:a16="http://schemas.microsoft.com/office/drawing/2014/main" id="{21EFBC8F-3D4C-9AC5-FF6F-4709F20187F6}"/>
              </a:ext>
            </a:extLst>
          </p:cNvPr>
          <p:cNvSpPr>
            <a:spLocks noGrp="1"/>
          </p:cNvSpPr>
          <p:nvPr>
            <p:ph type="body" sz="quarter" idx="23"/>
          </p:nvPr>
        </p:nvSpPr>
        <p:spPr/>
        <p:txBody>
          <a:bodyPr/>
          <a:lstStyle/>
          <a:p>
            <a:endParaRPr lang="en-US"/>
          </a:p>
        </p:txBody>
      </p:sp>
      <p:sp>
        <p:nvSpPr>
          <p:cNvPr id="4" name="Slide Number Placeholder 3">
            <a:extLst>
              <a:ext uri="{FF2B5EF4-FFF2-40B4-BE49-F238E27FC236}">
                <a16:creationId xmlns:a16="http://schemas.microsoft.com/office/drawing/2014/main" id="{45EDF689-D0D8-A6DD-E86A-F848A9B506F3}"/>
              </a:ext>
            </a:extLst>
          </p:cNvPr>
          <p:cNvSpPr>
            <a:spLocks noGrp="1"/>
          </p:cNvSpPr>
          <p:nvPr>
            <p:ph type="sldNum" sz="quarter" idx="13"/>
          </p:nvPr>
        </p:nvSpPr>
        <p:spPr/>
        <p:txBody>
          <a:bodyPr/>
          <a:lstStyle/>
          <a:p>
            <a:fld id="{D5557E57-8FF5-498F-85CD-A04FA8F809F1}" type="slidenum">
              <a:rPr lang="en-US" smtClean="0"/>
              <a:pPr/>
              <a:t>15</a:t>
            </a:fld>
            <a:endParaRPr lang="en-US"/>
          </a:p>
        </p:txBody>
      </p:sp>
      <p:sp>
        <p:nvSpPr>
          <p:cNvPr id="7" name="Picture Placeholder 6">
            <a:extLst>
              <a:ext uri="{FF2B5EF4-FFF2-40B4-BE49-F238E27FC236}">
                <a16:creationId xmlns:a16="http://schemas.microsoft.com/office/drawing/2014/main" id="{2E6563C0-F286-44AF-BABC-ADCED399F289}"/>
              </a:ext>
            </a:extLst>
          </p:cNvPr>
          <p:cNvSpPr>
            <a:spLocks noGrp="1"/>
          </p:cNvSpPr>
          <p:nvPr>
            <p:ph type="pic" sz="quarter" idx="46"/>
          </p:nvPr>
        </p:nvSpPr>
        <p:spPr/>
        <p:txBody>
          <a:bodyPr/>
          <a:lstStyle/>
          <a:p>
            <a:endParaRPr lang="en-US"/>
          </a:p>
        </p:txBody>
      </p:sp>
      <p:sp>
        <p:nvSpPr>
          <p:cNvPr id="3" name="Text Placeholder 2">
            <a:extLst>
              <a:ext uri="{FF2B5EF4-FFF2-40B4-BE49-F238E27FC236}">
                <a16:creationId xmlns:a16="http://schemas.microsoft.com/office/drawing/2014/main" id="{1AC5A126-9075-F699-0BBD-BAB323F85BE8}"/>
              </a:ext>
            </a:extLst>
          </p:cNvPr>
          <p:cNvSpPr>
            <a:spLocks noGrp="1"/>
          </p:cNvSpPr>
          <p:nvPr>
            <p:ph type="body" sz="quarter" idx="15"/>
          </p:nvPr>
        </p:nvSpPr>
        <p:spPr/>
        <p:txBody>
          <a:bodyPr/>
          <a:lstStyle/>
          <a:p>
            <a:endParaRPr lang="en-US"/>
          </a:p>
        </p:txBody>
      </p:sp>
      <p:sp>
        <p:nvSpPr>
          <p:cNvPr id="8" name="Text Placeholder 7">
            <a:extLst>
              <a:ext uri="{FF2B5EF4-FFF2-40B4-BE49-F238E27FC236}">
                <a16:creationId xmlns:a16="http://schemas.microsoft.com/office/drawing/2014/main" id="{676AEC0A-4F7C-CBF2-9DE9-1989F22321FB}"/>
              </a:ext>
            </a:extLst>
          </p:cNvPr>
          <p:cNvSpPr>
            <a:spLocks noGrp="1"/>
          </p:cNvSpPr>
          <p:nvPr>
            <p:ph type="body" sz="quarter" idx="47"/>
          </p:nvPr>
        </p:nvSpPr>
        <p:spPr/>
        <p:txBody>
          <a:bodyPr/>
          <a:lstStyle/>
          <a:p>
            <a:endParaRPr lang="en-US"/>
          </a:p>
        </p:txBody>
      </p:sp>
      <p:sp>
        <p:nvSpPr>
          <p:cNvPr id="9" name="Text Placeholder 8">
            <a:extLst>
              <a:ext uri="{FF2B5EF4-FFF2-40B4-BE49-F238E27FC236}">
                <a16:creationId xmlns:a16="http://schemas.microsoft.com/office/drawing/2014/main" id="{B1679AB3-C866-3B70-6FF0-B8FECCF79530}"/>
              </a:ext>
            </a:extLst>
          </p:cNvPr>
          <p:cNvSpPr>
            <a:spLocks noGrp="1"/>
          </p:cNvSpPr>
          <p:nvPr>
            <p:ph type="body" sz="quarter" idx="48"/>
          </p:nvPr>
        </p:nvSpPr>
        <p:spPr/>
        <p:txBody>
          <a:bodyPr/>
          <a:lstStyle/>
          <a:p>
            <a:endParaRPr lang="en-US"/>
          </a:p>
        </p:txBody>
      </p:sp>
      <p:sp>
        <p:nvSpPr>
          <p:cNvPr id="10" name="Picture Placeholder 9">
            <a:extLst>
              <a:ext uri="{FF2B5EF4-FFF2-40B4-BE49-F238E27FC236}">
                <a16:creationId xmlns:a16="http://schemas.microsoft.com/office/drawing/2014/main" id="{B6A8F392-3070-437A-7D32-6529A624FD19}"/>
              </a:ext>
            </a:extLst>
          </p:cNvPr>
          <p:cNvSpPr>
            <a:spLocks noGrp="1"/>
          </p:cNvSpPr>
          <p:nvPr>
            <p:ph type="pic" sz="quarter" idx="49"/>
          </p:nvPr>
        </p:nvSpPr>
        <p:spPr/>
        <p:txBody>
          <a:bodyPr/>
          <a:lstStyle/>
          <a:p>
            <a:endParaRPr lang="en-US"/>
          </a:p>
        </p:txBody>
      </p:sp>
      <p:sp>
        <p:nvSpPr>
          <p:cNvPr id="11" name="Text Placeholder 10">
            <a:extLst>
              <a:ext uri="{FF2B5EF4-FFF2-40B4-BE49-F238E27FC236}">
                <a16:creationId xmlns:a16="http://schemas.microsoft.com/office/drawing/2014/main" id="{7FA36CA0-2892-64D9-B8C2-C70CF847D06F}"/>
              </a:ext>
            </a:extLst>
          </p:cNvPr>
          <p:cNvSpPr>
            <a:spLocks noGrp="1"/>
          </p:cNvSpPr>
          <p:nvPr>
            <p:ph type="body" sz="quarter" idx="50"/>
          </p:nvPr>
        </p:nvSpPr>
        <p:spPr/>
        <p:txBody>
          <a:bodyPr/>
          <a:lstStyle/>
          <a:p>
            <a:endParaRPr lang="en-US"/>
          </a:p>
        </p:txBody>
      </p:sp>
      <p:sp>
        <p:nvSpPr>
          <p:cNvPr id="12" name="Text Placeholder 11">
            <a:extLst>
              <a:ext uri="{FF2B5EF4-FFF2-40B4-BE49-F238E27FC236}">
                <a16:creationId xmlns:a16="http://schemas.microsoft.com/office/drawing/2014/main" id="{3A3F747A-693D-5307-E0DD-6087E9EA1682}"/>
              </a:ext>
            </a:extLst>
          </p:cNvPr>
          <p:cNvSpPr>
            <a:spLocks noGrp="1"/>
          </p:cNvSpPr>
          <p:nvPr>
            <p:ph type="body" sz="quarter" idx="51"/>
          </p:nvPr>
        </p:nvSpPr>
        <p:spPr/>
        <p:txBody>
          <a:bodyPr/>
          <a:lstStyle/>
          <a:p>
            <a:endParaRPr lang="en-US"/>
          </a:p>
        </p:txBody>
      </p:sp>
      <p:sp>
        <p:nvSpPr>
          <p:cNvPr id="13" name="Text Placeholder 12">
            <a:extLst>
              <a:ext uri="{FF2B5EF4-FFF2-40B4-BE49-F238E27FC236}">
                <a16:creationId xmlns:a16="http://schemas.microsoft.com/office/drawing/2014/main" id="{82A66461-08D9-F6D8-D7F8-A7297A1CD92B}"/>
              </a:ext>
            </a:extLst>
          </p:cNvPr>
          <p:cNvSpPr>
            <a:spLocks noGrp="1"/>
          </p:cNvSpPr>
          <p:nvPr>
            <p:ph type="body" sz="quarter" idx="52"/>
          </p:nvPr>
        </p:nvSpPr>
        <p:spPr/>
        <p:txBody>
          <a:bodyPr/>
          <a:lstStyle/>
          <a:p>
            <a:endParaRPr lang="en-US"/>
          </a:p>
        </p:txBody>
      </p:sp>
      <p:sp>
        <p:nvSpPr>
          <p:cNvPr id="14" name="Picture Placeholder 13">
            <a:extLst>
              <a:ext uri="{FF2B5EF4-FFF2-40B4-BE49-F238E27FC236}">
                <a16:creationId xmlns:a16="http://schemas.microsoft.com/office/drawing/2014/main" id="{573EFDDF-C674-FDD7-5591-CAC4ED731516}"/>
              </a:ext>
            </a:extLst>
          </p:cNvPr>
          <p:cNvSpPr>
            <a:spLocks noGrp="1"/>
          </p:cNvSpPr>
          <p:nvPr>
            <p:ph type="pic" sz="quarter" idx="53"/>
          </p:nvPr>
        </p:nvSpPr>
        <p:spPr/>
        <p:txBody>
          <a:bodyPr/>
          <a:lstStyle/>
          <a:p>
            <a:endParaRPr lang="en-US"/>
          </a:p>
        </p:txBody>
      </p:sp>
      <p:sp>
        <p:nvSpPr>
          <p:cNvPr id="15" name="Text Placeholder 14">
            <a:extLst>
              <a:ext uri="{FF2B5EF4-FFF2-40B4-BE49-F238E27FC236}">
                <a16:creationId xmlns:a16="http://schemas.microsoft.com/office/drawing/2014/main" id="{7B72E854-9544-B528-A24E-F8EEA3287094}"/>
              </a:ext>
            </a:extLst>
          </p:cNvPr>
          <p:cNvSpPr>
            <a:spLocks noGrp="1"/>
          </p:cNvSpPr>
          <p:nvPr>
            <p:ph type="body" sz="quarter" idx="54"/>
          </p:nvPr>
        </p:nvSpPr>
        <p:spPr/>
        <p:txBody>
          <a:bodyPr/>
          <a:lstStyle/>
          <a:p>
            <a:endParaRPr lang="en-US"/>
          </a:p>
        </p:txBody>
      </p:sp>
      <p:sp>
        <p:nvSpPr>
          <p:cNvPr id="16" name="Text Placeholder 15">
            <a:extLst>
              <a:ext uri="{FF2B5EF4-FFF2-40B4-BE49-F238E27FC236}">
                <a16:creationId xmlns:a16="http://schemas.microsoft.com/office/drawing/2014/main" id="{B1B02FC8-6B5C-C3BB-55F2-F6417CA7F501}"/>
              </a:ext>
            </a:extLst>
          </p:cNvPr>
          <p:cNvSpPr>
            <a:spLocks noGrp="1"/>
          </p:cNvSpPr>
          <p:nvPr>
            <p:ph type="body" sz="quarter" idx="56"/>
          </p:nvPr>
        </p:nvSpPr>
        <p:spPr/>
        <p:txBody>
          <a:bodyPr/>
          <a:lstStyle/>
          <a:p>
            <a:endParaRPr lang="en-US"/>
          </a:p>
        </p:txBody>
      </p:sp>
      <p:sp>
        <p:nvSpPr>
          <p:cNvPr id="2" name="Title 1">
            <a:extLst>
              <a:ext uri="{FF2B5EF4-FFF2-40B4-BE49-F238E27FC236}">
                <a16:creationId xmlns:a16="http://schemas.microsoft.com/office/drawing/2014/main" id="{83FAADA7-BC68-1ADE-66CC-2018E788E9F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29735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010ECA-4553-2A48-9C10-44F8413F1584}"/>
              </a:ext>
            </a:extLst>
          </p:cNvPr>
          <p:cNvSpPr>
            <a:spLocks noGrp="1"/>
          </p:cNvSpPr>
          <p:nvPr>
            <p:ph type="body" sz="quarter" idx="31"/>
          </p:nvPr>
        </p:nvSpPr>
        <p:spPr/>
        <p:txBody>
          <a:bodyPr/>
          <a:lstStyle/>
          <a:p>
            <a:r>
              <a:rPr lang="en-US"/>
              <a:t>Topic 1</a:t>
            </a:r>
          </a:p>
        </p:txBody>
      </p:sp>
      <p:sp>
        <p:nvSpPr>
          <p:cNvPr id="3" name="Text Placeholder 2">
            <a:extLst>
              <a:ext uri="{FF2B5EF4-FFF2-40B4-BE49-F238E27FC236}">
                <a16:creationId xmlns:a16="http://schemas.microsoft.com/office/drawing/2014/main" id="{B934EABA-0CE0-FB6F-5719-C3075103F57A}"/>
              </a:ext>
            </a:extLst>
          </p:cNvPr>
          <p:cNvSpPr>
            <a:spLocks noGrp="1"/>
          </p:cNvSpPr>
          <p:nvPr>
            <p:ph type="body" sz="quarter" idx="15"/>
          </p:nvPr>
        </p:nvSpPr>
        <p:spPr/>
        <p:txBody>
          <a:bodyPr/>
          <a:lstStyle/>
          <a:p>
            <a:r>
              <a:rPr lang="en-US" err="1"/>
              <a:t>Epeles</a:t>
            </a:r>
            <a:r>
              <a:rPr lang="en-US"/>
              <a:t> </a:t>
            </a:r>
            <a:r>
              <a:rPr lang="en-US" err="1"/>
              <a:t>aliquis</a:t>
            </a:r>
            <a:r>
              <a:rPr lang="en-US"/>
              <a:t> </a:t>
            </a:r>
            <a:r>
              <a:rPr lang="en-US" err="1"/>
              <a:t>erundias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endParaRPr lang="en-US"/>
          </a:p>
          <a:p>
            <a:endParaRPr lang="en-US"/>
          </a:p>
        </p:txBody>
      </p:sp>
      <p:sp>
        <p:nvSpPr>
          <p:cNvPr id="4" name="Text Placeholder 3">
            <a:extLst>
              <a:ext uri="{FF2B5EF4-FFF2-40B4-BE49-F238E27FC236}">
                <a16:creationId xmlns:a16="http://schemas.microsoft.com/office/drawing/2014/main" id="{8473BCB0-076D-3C19-4E56-D1BD8A95259B}"/>
              </a:ext>
            </a:extLst>
          </p:cNvPr>
          <p:cNvSpPr>
            <a:spLocks noGrp="1"/>
          </p:cNvSpPr>
          <p:nvPr>
            <p:ph type="body" sz="quarter" idx="49"/>
          </p:nvPr>
        </p:nvSpPr>
        <p:spPr/>
        <p:txBody>
          <a:bodyPr/>
          <a:lstStyle/>
          <a:p>
            <a:r>
              <a:rPr lang="en-US"/>
              <a:t>Topic 2</a:t>
            </a:r>
          </a:p>
        </p:txBody>
      </p:sp>
      <p:sp>
        <p:nvSpPr>
          <p:cNvPr id="5" name="Text Placeholder 4">
            <a:extLst>
              <a:ext uri="{FF2B5EF4-FFF2-40B4-BE49-F238E27FC236}">
                <a16:creationId xmlns:a16="http://schemas.microsoft.com/office/drawing/2014/main" id="{3ED224F5-4376-EF09-CF74-7F15A186BD46}"/>
              </a:ext>
            </a:extLst>
          </p:cNvPr>
          <p:cNvSpPr>
            <a:spLocks noGrp="1"/>
          </p:cNvSpPr>
          <p:nvPr>
            <p:ph type="body" sz="quarter" idx="50"/>
          </p:nvPr>
        </p:nvSpPr>
        <p:spPr/>
        <p:txBody>
          <a:bodyPr/>
          <a:lstStyle/>
          <a:p>
            <a:r>
              <a:rPr lang="en-US" err="1"/>
              <a:t>Epeles</a:t>
            </a:r>
            <a:r>
              <a:rPr lang="en-US"/>
              <a:t> </a:t>
            </a:r>
            <a:r>
              <a:rPr lang="en-US" err="1"/>
              <a:t>aliquis</a:t>
            </a:r>
            <a:r>
              <a:rPr lang="en-US"/>
              <a:t> </a:t>
            </a:r>
            <a:r>
              <a:rPr lang="en-US" err="1"/>
              <a:t>erundias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endParaRPr lang="en-US"/>
          </a:p>
          <a:p>
            <a:endParaRPr lang="en-US"/>
          </a:p>
        </p:txBody>
      </p:sp>
      <p:sp>
        <p:nvSpPr>
          <p:cNvPr id="6" name="Text Placeholder 5">
            <a:extLst>
              <a:ext uri="{FF2B5EF4-FFF2-40B4-BE49-F238E27FC236}">
                <a16:creationId xmlns:a16="http://schemas.microsoft.com/office/drawing/2014/main" id="{55629C91-C197-0D1B-B13B-1B30D00BFA8F}"/>
              </a:ext>
            </a:extLst>
          </p:cNvPr>
          <p:cNvSpPr>
            <a:spLocks noGrp="1"/>
          </p:cNvSpPr>
          <p:nvPr>
            <p:ph type="body" sz="quarter" idx="51"/>
          </p:nvPr>
        </p:nvSpPr>
        <p:spPr/>
        <p:txBody>
          <a:bodyPr/>
          <a:lstStyle/>
          <a:p>
            <a:r>
              <a:rPr lang="en-US"/>
              <a:t>Topic 3</a:t>
            </a:r>
          </a:p>
        </p:txBody>
      </p:sp>
      <p:sp>
        <p:nvSpPr>
          <p:cNvPr id="7" name="Text Placeholder 6">
            <a:extLst>
              <a:ext uri="{FF2B5EF4-FFF2-40B4-BE49-F238E27FC236}">
                <a16:creationId xmlns:a16="http://schemas.microsoft.com/office/drawing/2014/main" id="{EC0A837F-9A4A-5B18-22B6-FDCAE2A82BCB}"/>
              </a:ext>
            </a:extLst>
          </p:cNvPr>
          <p:cNvSpPr>
            <a:spLocks noGrp="1"/>
          </p:cNvSpPr>
          <p:nvPr>
            <p:ph type="body" sz="quarter" idx="52"/>
          </p:nvPr>
        </p:nvSpPr>
        <p:spPr/>
        <p:txBody>
          <a:bodyPr/>
          <a:lstStyle/>
          <a:p>
            <a:r>
              <a:rPr lang="en-US" err="1"/>
              <a:t>Epeles</a:t>
            </a:r>
            <a:r>
              <a:rPr lang="en-US"/>
              <a:t> </a:t>
            </a:r>
            <a:r>
              <a:rPr lang="en-US" err="1"/>
              <a:t>aliquis</a:t>
            </a:r>
            <a:r>
              <a:rPr lang="en-US"/>
              <a:t> </a:t>
            </a:r>
            <a:r>
              <a:rPr lang="en-US" err="1"/>
              <a:t>erundias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endParaRPr lang="en-US"/>
          </a:p>
          <a:p>
            <a:endParaRPr lang="en-US"/>
          </a:p>
        </p:txBody>
      </p:sp>
      <p:pic>
        <p:nvPicPr>
          <p:cNvPr id="87" name="Picture Placeholder 86" descr="A water sprinkler spraying water&#10;&#10;AI-generated content may be incorrect.">
            <a:extLst>
              <a:ext uri="{FF2B5EF4-FFF2-40B4-BE49-F238E27FC236}">
                <a16:creationId xmlns:a16="http://schemas.microsoft.com/office/drawing/2014/main" id="{5BD6C751-C765-B5C5-4A20-005A95D68B69}"/>
              </a:ext>
            </a:extLst>
          </p:cNvPr>
          <p:cNvPicPr>
            <a:picLocks noGrp="1" noChangeAspect="1"/>
          </p:cNvPicPr>
          <p:nvPr>
            <p:ph type="pic" sz="quarter" idx="46"/>
          </p:nvPr>
        </p:nvPicPr>
        <p:blipFill>
          <a:blip r:embed="rId2" cstate="screen">
            <a:extLst>
              <a:ext uri="{28A0092B-C50C-407E-A947-70E740481C1C}">
                <a14:useLocalDpi xmlns:a14="http://schemas.microsoft.com/office/drawing/2010/main"/>
              </a:ext>
            </a:extLst>
          </a:blip>
          <a:srcRect/>
          <a:stretch/>
        </p:blipFill>
        <p:spPr/>
      </p:pic>
      <p:sp>
        <p:nvSpPr>
          <p:cNvPr id="9" name="Text Placeholder 8">
            <a:extLst>
              <a:ext uri="{FF2B5EF4-FFF2-40B4-BE49-F238E27FC236}">
                <a16:creationId xmlns:a16="http://schemas.microsoft.com/office/drawing/2014/main" id="{E11625BF-743C-E67F-CC5D-95D47271EAD3}"/>
              </a:ext>
            </a:extLst>
          </p:cNvPr>
          <p:cNvSpPr>
            <a:spLocks noGrp="1"/>
          </p:cNvSpPr>
          <p:nvPr>
            <p:ph type="body" sz="quarter" idx="53"/>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r>
              <a:rPr lang="en-US" err="1"/>
              <a:t>quenus</a:t>
            </a:r>
            <a:endParaRPr lang="en-US"/>
          </a:p>
        </p:txBody>
      </p:sp>
      <p:sp>
        <p:nvSpPr>
          <p:cNvPr id="10" name="Title 9">
            <a:extLst>
              <a:ext uri="{FF2B5EF4-FFF2-40B4-BE49-F238E27FC236}">
                <a16:creationId xmlns:a16="http://schemas.microsoft.com/office/drawing/2014/main" id="{F131B523-DF2E-91F3-9314-F799E685F4EF}"/>
              </a:ext>
            </a:extLst>
          </p:cNvPr>
          <p:cNvSpPr>
            <a:spLocks noGrp="1"/>
          </p:cNvSpPr>
          <p:nvPr>
            <p:ph type="title"/>
          </p:nvPr>
        </p:nvSpPr>
        <p:spPr/>
        <p:txBody>
          <a:bodyPr/>
          <a:lstStyle/>
          <a:p>
            <a:r>
              <a:rPr lang="en-US"/>
              <a:t>Water Management</a:t>
            </a:r>
          </a:p>
        </p:txBody>
      </p:sp>
      <p:sp>
        <p:nvSpPr>
          <p:cNvPr id="11" name="Slide Number Placeholder 10">
            <a:extLst>
              <a:ext uri="{FF2B5EF4-FFF2-40B4-BE49-F238E27FC236}">
                <a16:creationId xmlns:a16="http://schemas.microsoft.com/office/drawing/2014/main" id="{77C776A7-F97D-FC86-5F30-82A67230D5B8}"/>
              </a:ext>
            </a:extLst>
          </p:cNvPr>
          <p:cNvSpPr>
            <a:spLocks noGrp="1"/>
          </p:cNvSpPr>
          <p:nvPr>
            <p:ph type="sldNum" sz="quarter" idx="13"/>
          </p:nvPr>
        </p:nvSpPr>
        <p:spPr/>
        <p:txBody>
          <a:bodyPr/>
          <a:lstStyle/>
          <a:p>
            <a:fld id="{D5557E57-8FF5-498F-85CD-A04FA8F809F1}" type="slidenum">
              <a:rPr lang="en-US" smtClean="0"/>
              <a:pPr/>
              <a:t>16</a:t>
            </a:fld>
            <a:endParaRPr lang="en-US"/>
          </a:p>
        </p:txBody>
      </p:sp>
      <p:pic>
        <p:nvPicPr>
          <p:cNvPr id="65" name="Picture Placeholder 64" descr="A person working on a garden&#10;&#10;AI-generated content may be incorrect.">
            <a:extLst>
              <a:ext uri="{FF2B5EF4-FFF2-40B4-BE49-F238E27FC236}">
                <a16:creationId xmlns:a16="http://schemas.microsoft.com/office/drawing/2014/main" id="{7BA9709D-2526-E32F-82EA-AA333B2A92A3}"/>
              </a:ext>
            </a:extLst>
          </p:cNvPr>
          <p:cNvPicPr>
            <a:picLocks noGrp="1" noChangeAspect="1"/>
          </p:cNvPicPr>
          <p:nvPr>
            <p:ph type="pic" sz="quarter" idx="54"/>
          </p:nvPr>
        </p:nvPicPr>
        <p:blipFill>
          <a:blip r:embed="rId3" cstate="screen">
            <a:extLst>
              <a:ext uri="{28A0092B-C50C-407E-A947-70E740481C1C}">
                <a14:useLocalDpi xmlns:a14="http://schemas.microsoft.com/office/drawing/2010/main"/>
              </a:ext>
            </a:extLst>
          </a:blip>
          <a:srcRect/>
          <a:stretch/>
        </p:blipFill>
        <p:spPr/>
      </p:pic>
      <p:pic>
        <p:nvPicPr>
          <p:cNvPr id="91" name="Picture Placeholder 90" descr="A hand touching a tablet&#10;&#10;AI-generated content may be incorrect.">
            <a:extLst>
              <a:ext uri="{FF2B5EF4-FFF2-40B4-BE49-F238E27FC236}">
                <a16:creationId xmlns:a16="http://schemas.microsoft.com/office/drawing/2014/main" id="{1F7B9CA6-953F-C5B3-7322-CFF77F0184C5}"/>
              </a:ext>
            </a:extLst>
          </p:cNvPr>
          <p:cNvPicPr>
            <a:picLocks noGrp="1" noChangeAspect="1"/>
          </p:cNvPicPr>
          <p:nvPr>
            <p:ph type="pic" sz="quarter" idx="55"/>
          </p:nvPr>
        </p:nvPicPr>
        <p:blipFill>
          <a:blip r:embed="rId4" cstate="screen">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3114901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431ECEA-A99F-D129-AC80-6D40F1324F79}"/>
              </a:ext>
            </a:extLst>
          </p:cNvPr>
          <p:cNvSpPr>
            <a:spLocks noGrp="1"/>
          </p:cNvSpPr>
          <p:nvPr>
            <p:ph type="body" sz="quarter" idx="31"/>
          </p:nvPr>
        </p:nvSpPr>
        <p:spPr/>
        <p:txBody>
          <a:bodyPr/>
          <a:lstStyle/>
          <a:p>
            <a:endParaRPr lang="en-US"/>
          </a:p>
        </p:txBody>
      </p:sp>
      <p:sp>
        <p:nvSpPr>
          <p:cNvPr id="3" name="Text Placeholder 2">
            <a:extLst>
              <a:ext uri="{FF2B5EF4-FFF2-40B4-BE49-F238E27FC236}">
                <a16:creationId xmlns:a16="http://schemas.microsoft.com/office/drawing/2014/main" id="{0F75BD74-59C8-E058-ED67-EA7F67815D9E}"/>
              </a:ext>
            </a:extLst>
          </p:cNvPr>
          <p:cNvSpPr>
            <a:spLocks noGrp="1"/>
          </p:cNvSpPr>
          <p:nvPr>
            <p:ph type="body" sz="quarter" idx="15"/>
          </p:nvPr>
        </p:nvSpPr>
        <p:spPr/>
        <p:txBody>
          <a:bodyPr/>
          <a:lstStyle/>
          <a:p>
            <a:endParaRPr lang="en-US"/>
          </a:p>
        </p:txBody>
      </p:sp>
      <p:sp>
        <p:nvSpPr>
          <p:cNvPr id="6" name="Text Placeholder 5">
            <a:extLst>
              <a:ext uri="{FF2B5EF4-FFF2-40B4-BE49-F238E27FC236}">
                <a16:creationId xmlns:a16="http://schemas.microsoft.com/office/drawing/2014/main" id="{CED3C721-B921-0629-76E7-4DD725C3D0D3}"/>
              </a:ext>
            </a:extLst>
          </p:cNvPr>
          <p:cNvSpPr>
            <a:spLocks noGrp="1"/>
          </p:cNvSpPr>
          <p:nvPr>
            <p:ph type="body" sz="quarter" idx="49"/>
          </p:nvPr>
        </p:nvSpPr>
        <p:spPr/>
        <p:txBody>
          <a:bodyPr/>
          <a:lstStyle/>
          <a:p>
            <a:endParaRPr lang="en-US"/>
          </a:p>
        </p:txBody>
      </p:sp>
      <p:sp>
        <p:nvSpPr>
          <p:cNvPr id="7" name="Text Placeholder 6">
            <a:extLst>
              <a:ext uri="{FF2B5EF4-FFF2-40B4-BE49-F238E27FC236}">
                <a16:creationId xmlns:a16="http://schemas.microsoft.com/office/drawing/2014/main" id="{9BBD289A-5918-C292-70B2-1721B1C8D89B}"/>
              </a:ext>
            </a:extLst>
          </p:cNvPr>
          <p:cNvSpPr>
            <a:spLocks noGrp="1"/>
          </p:cNvSpPr>
          <p:nvPr>
            <p:ph type="body" sz="quarter" idx="50"/>
          </p:nvPr>
        </p:nvSpPr>
        <p:spPr/>
        <p:txBody>
          <a:bodyPr/>
          <a:lstStyle/>
          <a:p>
            <a:endParaRPr lang="en-US"/>
          </a:p>
        </p:txBody>
      </p:sp>
      <p:sp>
        <p:nvSpPr>
          <p:cNvPr id="8" name="Text Placeholder 7">
            <a:extLst>
              <a:ext uri="{FF2B5EF4-FFF2-40B4-BE49-F238E27FC236}">
                <a16:creationId xmlns:a16="http://schemas.microsoft.com/office/drawing/2014/main" id="{97518394-5437-AFE1-C4F3-34E4BCF1FBC6}"/>
              </a:ext>
            </a:extLst>
          </p:cNvPr>
          <p:cNvSpPr>
            <a:spLocks noGrp="1"/>
          </p:cNvSpPr>
          <p:nvPr>
            <p:ph type="body" sz="quarter" idx="51"/>
          </p:nvPr>
        </p:nvSpPr>
        <p:spPr/>
        <p:txBody>
          <a:bodyPr/>
          <a:lstStyle/>
          <a:p>
            <a:endParaRPr lang="en-US"/>
          </a:p>
        </p:txBody>
      </p:sp>
      <p:sp>
        <p:nvSpPr>
          <p:cNvPr id="9" name="Text Placeholder 8">
            <a:extLst>
              <a:ext uri="{FF2B5EF4-FFF2-40B4-BE49-F238E27FC236}">
                <a16:creationId xmlns:a16="http://schemas.microsoft.com/office/drawing/2014/main" id="{4256D042-127B-2556-4C73-CF10F820D00E}"/>
              </a:ext>
            </a:extLst>
          </p:cNvPr>
          <p:cNvSpPr>
            <a:spLocks noGrp="1"/>
          </p:cNvSpPr>
          <p:nvPr>
            <p:ph type="body" sz="quarter" idx="52"/>
          </p:nvPr>
        </p:nvSpPr>
        <p:spPr/>
        <p:txBody>
          <a:bodyPr/>
          <a:lstStyle/>
          <a:p>
            <a:endParaRPr lang="en-US"/>
          </a:p>
        </p:txBody>
      </p:sp>
      <p:sp>
        <p:nvSpPr>
          <p:cNvPr id="5" name="Picture Placeholder 4">
            <a:extLst>
              <a:ext uri="{FF2B5EF4-FFF2-40B4-BE49-F238E27FC236}">
                <a16:creationId xmlns:a16="http://schemas.microsoft.com/office/drawing/2014/main" id="{3746C5AF-8170-268D-5EDF-8EB3B71E832E}"/>
              </a:ext>
            </a:extLst>
          </p:cNvPr>
          <p:cNvSpPr>
            <a:spLocks noGrp="1"/>
          </p:cNvSpPr>
          <p:nvPr>
            <p:ph type="pic" sz="quarter" idx="46"/>
          </p:nvPr>
        </p:nvSpPr>
        <p:spPr/>
        <p:txBody>
          <a:bodyPr/>
          <a:lstStyle/>
          <a:p>
            <a:endParaRPr lang="en-US"/>
          </a:p>
        </p:txBody>
      </p:sp>
      <p:sp>
        <p:nvSpPr>
          <p:cNvPr id="10" name="Text Placeholder 9">
            <a:extLst>
              <a:ext uri="{FF2B5EF4-FFF2-40B4-BE49-F238E27FC236}">
                <a16:creationId xmlns:a16="http://schemas.microsoft.com/office/drawing/2014/main" id="{15B1FD24-967E-77A1-1B7D-66FAD7A59AF0}"/>
              </a:ext>
            </a:extLst>
          </p:cNvPr>
          <p:cNvSpPr>
            <a:spLocks noGrp="1"/>
          </p:cNvSpPr>
          <p:nvPr>
            <p:ph type="body" sz="quarter" idx="53"/>
          </p:nvPr>
        </p:nvSpPr>
        <p:spPr/>
        <p:txBody>
          <a:bodyPr/>
          <a:lstStyle/>
          <a:p>
            <a:endParaRPr lang="en-US"/>
          </a:p>
        </p:txBody>
      </p:sp>
      <p:sp>
        <p:nvSpPr>
          <p:cNvPr id="2" name="Title 1">
            <a:extLst>
              <a:ext uri="{FF2B5EF4-FFF2-40B4-BE49-F238E27FC236}">
                <a16:creationId xmlns:a16="http://schemas.microsoft.com/office/drawing/2014/main" id="{0AB8B2B5-86FB-DE3E-8046-4BDA9A93A039}"/>
              </a:ext>
            </a:extLst>
          </p:cNvPr>
          <p:cNvSpPr>
            <a:spLocks noGrp="1"/>
          </p:cNvSpPr>
          <p:nvPr>
            <p:ph type="title"/>
          </p:nvPr>
        </p:nvSpPr>
        <p:spPr/>
        <p:txBody>
          <a:bodyPr/>
          <a:lstStyle/>
          <a:p>
            <a:endParaRPr lang="en-US"/>
          </a:p>
        </p:txBody>
      </p:sp>
      <p:sp>
        <p:nvSpPr>
          <p:cNvPr id="11" name="Slide Number Placeholder 10">
            <a:extLst>
              <a:ext uri="{FF2B5EF4-FFF2-40B4-BE49-F238E27FC236}">
                <a16:creationId xmlns:a16="http://schemas.microsoft.com/office/drawing/2014/main" id="{586CA31A-E312-05F4-75FB-E1691D7A9D11}"/>
              </a:ext>
            </a:extLst>
          </p:cNvPr>
          <p:cNvSpPr>
            <a:spLocks noGrp="1"/>
          </p:cNvSpPr>
          <p:nvPr>
            <p:ph type="sldNum" sz="quarter" idx="13"/>
          </p:nvPr>
        </p:nvSpPr>
        <p:spPr/>
        <p:txBody>
          <a:bodyPr/>
          <a:lstStyle/>
          <a:p>
            <a:fld id="{D5557E57-8FF5-498F-85CD-A04FA8F809F1}" type="slidenum">
              <a:rPr lang="en-US" smtClean="0"/>
              <a:pPr/>
              <a:t>17</a:t>
            </a:fld>
            <a:endParaRPr lang="en-US"/>
          </a:p>
        </p:txBody>
      </p:sp>
      <p:sp>
        <p:nvSpPr>
          <p:cNvPr id="12" name="Picture Placeholder 11">
            <a:extLst>
              <a:ext uri="{FF2B5EF4-FFF2-40B4-BE49-F238E27FC236}">
                <a16:creationId xmlns:a16="http://schemas.microsoft.com/office/drawing/2014/main" id="{FA73510E-7D7D-7F04-8D03-4F4ADF3FFA3E}"/>
              </a:ext>
            </a:extLst>
          </p:cNvPr>
          <p:cNvSpPr>
            <a:spLocks noGrp="1"/>
          </p:cNvSpPr>
          <p:nvPr>
            <p:ph type="pic" sz="quarter" idx="54"/>
          </p:nvPr>
        </p:nvSpPr>
        <p:spPr/>
        <p:txBody>
          <a:bodyPr/>
          <a:lstStyle/>
          <a:p>
            <a:endParaRPr lang="en-US"/>
          </a:p>
        </p:txBody>
      </p:sp>
      <p:sp>
        <p:nvSpPr>
          <p:cNvPr id="13" name="Picture Placeholder 12">
            <a:extLst>
              <a:ext uri="{FF2B5EF4-FFF2-40B4-BE49-F238E27FC236}">
                <a16:creationId xmlns:a16="http://schemas.microsoft.com/office/drawing/2014/main" id="{4D0D0AC5-2693-EF32-DE78-52193DE85263}"/>
              </a:ext>
            </a:extLst>
          </p:cNvPr>
          <p:cNvSpPr>
            <a:spLocks noGrp="1"/>
          </p:cNvSpPr>
          <p:nvPr>
            <p:ph type="pic" sz="quarter" idx="55"/>
          </p:nvPr>
        </p:nvSpPr>
        <p:spPr/>
        <p:txBody>
          <a:bodyPr/>
          <a:lstStyle/>
          <a:p>
            <a:endParaRPr lang="en-US"/>
          </a:p>
        </p:txBody>
      </p:sp>
    </p:spTree>
    <p:extLst>
      <p:ext uri="{BB962C8B-B14F-4D97-AF65-F5344CB8AC3E}">
        <p14:creationId xmlns:p14="http://schemas.microsoft.com/office/powerpoint/2010/main" val="222171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EB3A7A-D1A6-99D1-4A21-91F656B3E70D}"/>
              </a:ext>
            </a:extLst>
          </p:cNvPr>
          <p:cNvSpPr>
            <a:spLocks noGrp="1"/>
          </p:cNvSpPr>
          <p:nvPr>
            <p:ph type="body" sz="quarter" idx="32"/>
          </p:nvPr>
        </p:nvSpPr>
        <p:spPr/>
        <p:txBody>
          <a:bodyPr/>
          <a:lstStyle/>
          <a:p>
            <a:r>
              <a:rPr lang="en-US"/>
              <a:t>Topic 1</a:t>
            </a:r>
          </a:p>
        </p:txBody>
      </p:sp>
      <p:sp>
        <p:nvSpPr>
          <p:cNvPr id="3" name="Text Placeholder 2">
            <a:extLst>
              <a:ext uri="{FF2B5EF4-FFF2-40B4-BE49-F238E27FC236}">
                <a16:creationId xmlns:a16="http://schemas.microsoft.com/office/drawing/2014/main" id="{30C54CBB-5D4F-D9D9-FB50-4EF5CE119922}"/>
              </a:ext>
            </a:extLst>
          </p:cNvPr>
          <p:cNvSpPr>
            <a:spLocks noGrp="1"/>
          </p:cNvSpPr>
          <p:nvPr>
            <p:ph type="body" sz="quarter" idx="33"/>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a:t>
            </a:r>
          </a:p>
        </p:txBody>
      </p:sp>
      <p:sp>
        <p:nvSpPr>
          <p:cNvPr id="4" name="Text Placeholder 3">
            <a:extLst>
              <a:ext uri="{FF2B5EF4-FFF2-40B4-BE49-F238E27FC236}">
                <a16:creationId xmlns:a16="http://schemas.microsoft.com/office/drawing/2014/main" id="{CC7DDDB5-A66D-EE52-DEB9-BD1DF645F08F}"/>
              </a:ext>
            </a:extLst>
          </p:cNvPr>
          <p:cNvSpPr>
            <a:spLocks noGrp="1"/>
          </p:cNvSpPr>
          <p:nvPr>
            <p:ph type="body" sz="quarter" idx="34"/>
          </p:nvPr>
        </p:nvSpPr>
        <p:spPr/>
        <p:txBody>
          <a:bodyPr/>
          <a:lstStyle/>
          <a:p>
            <a:r>
              <a:rPr lang="en-US"/>
              <a:t>Topic 2</a:t>
            </a:r>
          </a:p>
        </p:txBody>
      </p:sp>
      <p:sp>
        <p:nvSpPr>
          <p:cNvPr id="5" name="Text Placeholder 4">
            <a:extLst>
              <a:ext uri="{FF2B5EF4-FFF2-40B4-BE49-F238E27FC236}">
                <a16:creationId xmlns:a16="http://schemas.microsoft.com/office/drawing/2014/main" id="{D976D6A4-A4E7-1F0F-609F-AD075A3E7849}"/>
              </a:ext>
            </a:extLst>
          </p:cNvPr>
          <p:cNvSpPr>
            <a:spLocks noGrp="1"/>
          </p:cNvSpPr>
          <p:nvPr>
            <p:ph type="body" sz="quarter" idx="35"/>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a:t>
            </a:r>
          </a:p>
        </p:txBody>
      </p:sp>
      <p:sp>
        <p:nvSpPr>
          <p:cNvPr id="6" name="Text Placeholder 5">
            <a:extLst>
              <a:ext uri="{FF2B5EF4-FFF2-40B4-BE49-F238E27FC236}">
                <a16:creationId xmlns:a16="http://schemas.microsoft.com/office/drawing/2014/main" id="{97B84AF1-2D3A-B095-4A55-58B028048961}"/>
              </a:ext>
            </a:extLst>
          </p:cNvPr>
          <p:cNvSpPr>
            <a:spLocks noGrp="1"/>
          </p:cNvSpPr>
          <p:nvPr>
            <p:ph type="body" sz="quarter" idx="36"/>
          </p:nvPr>
        </p:nvSpPr>
        <p:spPr/>
        <p:txBody>
          <a:bodyPr/>
          <a:lstStyle/>
          <a:p>
            <a:r>
              <a:rPr lang="en-US"/>
              <a:t>Topic 3</a:t>
            </a:r>
          </a:p>
        </p:txBody>
      </p:sp>
      <p:sp>
        <p:nvSpPr>
          <p:cNvPr id="7" name="Text Placeholder 6">
            <a:extLst>
              <a:ext uri="{FF2B5EF4-FFF2-40B4-BE49-F238E27FC236}">
                <a16:creationId xmlns:a16="http://schemas.microsoft.com/office/drawing/2014/main" id="{CF8D2D97-E905-1CDF-A3EE-8D7DC9CA173D}"/>
              </a:ext>
            </a:extLst>
          </p:cNvPr>
          <p:cNvSpPr>
            <a:spLocks noGrp="1"/>
          </p:cNvSpPr>
          <p:nvPr>
            <p:ph type="body" sz="quarter" idx="37"/>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a:t>
            </a:r>
          </a:p>
        </p:txBody>
      </p:sp>
      <p:sp>
        <p:nvSpPr>
          <p:cNvPr id="8" name="Text Placeholder 7">
            <a:extLst>
              <a:ext uri="{FF2B5EF4-FFF2-40B4-BE49-F238E27FC236}">
                <a16:creationId xmlns:a16="http://schemas.microsoft.com/office/drawing/2014/main" id="{D436F497-6159-80B4-D71A-964EDE109E2D}"/>
              </a:ext>
            </a:extLst>
          </p:cNvPr>
          <p:cNvSpPr>
            <a:spLocks noGrp="1"/>
          </p:cNvSpPr>
          <p:nvPr>
            <p:ph type="body" sz="quarter" idx="38"/>
          </p:nvPr>
        </p:nvSpPr>
        <p:spPr/>
        <p:txBody>
          <a:bodyPr/>
          <a:lstStyle/>
          <a:p>
            <a:r>
              <a:rPr lang="en-US"/>
              <a:t>Topic 4</a:t>
            </a:r>
          </a:p>
        </p:txBody>
      </p:sp>
      <p:sp>
        <p:nvSpPr>
          <p:cNvPr id="9" name="Text Placeholder 8">
            <a:extLst>
              <a:ext uri="{FF2B5EF4-FFF2-40B4-BE49-F238E27FC236}">
                <a16:creationId xmlns:a16="http://schemas.microsoft.com/office/drawing/2014/main" id="{FA644C7E-0E84-5920-5BB5-BF2EC160FF7D}"/>
              </a:ext>
            </a:extLst>
          </p:cNvPr>
          <p:cNvSpPr>
            <a:spLocks noGrp="1"/>
          </p:cNvSpPr>
          <p:nvPr>
            <p:ph type="body" sz="quarter" idx="39"/>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a:t>
            </a:r>
          </a:p>
        </p:txBody>
      </p:sp>
      <p:sp>
        <p:nvSpPr>
          <p:cNvPr id="10" name="Title 9">
            <a:extLst>
              <a:ext uri="{FF2B5EF4-FFF2-40B4-BE49-F238E27FC236}">
                <a16:creationId xmlns:a16="http://schemas.microsoft.com/office/drawing/2014/main" id="{AD36D835-978D-5C48-CFEE-F929CA524486}"/>
              </a:ext>
            </a:extLst>
          </p:cNvPr>
          <p:cNvSpPr>
            <a:spLocks noGrp="1"/>
          </p:cNvSpPr>
          <p:nvPr>
            <p:ph type="title"/>
          </p:nvPr>
        </p:nvSpPr>
        <p:spPr/>
        <p:txBody>
          <a:bodyPr/>
          <a:lstStyle/>
          <a:p>
            <a:r>
              <a:rPr lang="en-US"/>
              <a:t>Adding Color to Your Landscape</a:t>
            </a:r>
          </a:p>
        </p:txBody>
      </p:sp>
      <p:sp>
        <p:nvSpPr>
          <p:cNvPr id="11" name="Slide Number Placeholder 10">
            <a:extLst>
              <a:ext uri="{FF2B5EF4-FFF2-40B4-BE49-F238E27FC236}">
                <a16:creationId xmlns:a16="http://schemas.microsoft.com/office/drawing/2014/main" id="{1A594CBD-7A52-4082-2591-3627C6201ECE}"/>
              </a:ext>
            </a:extLst>
          </p:cNvPr>
          <p:cNvSpPr>
            <a:spLocks noGrp="1"/>
          </p:cNvSpPr>
          <p:nvPr>
            <p:ph type="sldNum" sz="quarter" idx="13"/>
          </p:nvPr>
        </p:nvSpPr>
        <p:spPr/>
        <p:txBody>
          <a:bodyPr/>
          <a:lstStyle/>
          <a:p>
            <a:fld id="{D5557E57-8FF5-498F-85CD-A04FA8F809F1}" type="slidenum">
              <a:rPr lang="en-US" smtClean="0"/>
              <a:pPr/>
              <a:t>18</a:t>
            </a:fld>
            <a:endParaRPr lang="en-US"/>
          </a:p>
        </p:txBody>
      </p:sp>
      <p:pic>
        <p:nvPicPr>
          <p:cNvPr id="20" name="Picture Placeholder 19" descr="A garden with a bench and a path&#10;&#10;AI-generated content may be incorrect.">
            <a:extLst>
              <a:ext uri="{FF2B5EF4-FFF2-40B4-BE49-F238E27FC236}">
                <a16:creationId xmlns:a16="http://schemas.microsoft.com/office/drawing/2014/main" id="{952DEB29-0A26-DDB7-F30B-882E8D70B474}"/>
              </a:ext>
            </a:extLst>
          </p:cNvPr>
          <p:cNvPicPr>
            <a:picLocks noGrp="1" noChangeAspect="1"/>
          </p:cNvPicPr>
          <p:nvPr>
            <p:ph type="pic" sz="quarter" idx="46"/>
          </p:nvPr>
        </p:nvPicPr>
        <p:blipFill>
          <a:blip r:embed="rId3" cstate="screen">
            <a:extLst>
              <a:ext uri="{28A0092B-C50C-407E-A947-70E740481C1C}">
                <a14:useLocalDpi xmlns:a14="http://schemas.microsoft.com/office/drawing/2010/main"/>
              </a:ext>
            </a:extLst>
          </a:blip>
          <a:srcRect/>
          <a:stretch/>
        </p:blipFill>
        <p:spPr/>
      </p:pic>
      <p:pic>
        <p:nvPicPr>
          <p:cNvPr id="13" name="Picture 12" descr="A blue flower with leaves and circles&#10;&#10;AI-generated content may be incorrect.">
            <a:extLst>
              <a:ext uri="{FF2B5EF4-FFF2-40B4-BE49-F238E27FC236}">
                <a16:creationId xmlns:a16="http://schemas.microsoft.com/office/drawing/2014/main" id="{D68BD710-94CC-32D1-9BEA-7F4DFD1076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27200" y="1526203"/>
            <a:ext cx="643987" cy="615554"/>
          </a:xfrm>
          <a:prstGeom prst="rect">
            <a:avLst/>
          </a:prstGeom>
        </p:spPr>
      </p:pic>
      <p:pic>
        <p:nvPicPr>
          <p:cNvPr id="14" name="Picture 13" descr="A blue flower with leaves and circles&#10;&#10;AI-generated content may be incorrect.">
            <a:extLst>
              <a:ext uri="{FF2B5EF4-FFF2-40B4-BE49-F238E27FC236}">
                <a16:creationId xmlns:a16="http://schemas.microsoft.com/office/drawing/2014/main" id="{3B92C8B3-54FF-2459-35D0-6092A2FEF9C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01539" y="2899270"/>
            <a:ext cx="643987" cy="615554"/>
          </a:xfrm>
          <a:prstGeom prst="rect">
            <a:avLst/>
          </a:prstGeom>
        </p:spPr>
      </p:pic>
      <p:pic>
        <p:nvPicPr>
          <p:cNvPr id="15" name="Picture 14" descr="A blue flower with leaves and circles&#10;&#10;AI-generated content may be incorrect.">
            <a:extLst>
              <a:ext uri="{FF2B5EF4-FFF2-40B4-BE49-F238E27FC236}">
                <a16:creationId xmlns:a16="http://schemas.microsoft.com/office/drawing/2014/main" id="{A558ED74-CEAC-9C30-724E-FF28779C87D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97833" y="4282065"/>
            <a:ext cx="643987" cy="615554"/>
          </a:xfrm>
          <a:prstGeom prst="rect">
            <a:avLst/>
          </a:prstGeom>
        </p:spPr>
      </p:pic>
      <p:pic>
        <p:nvPicPr>
          <p:cNvPr id="16" name="Picture 15" descr="A blue flower with leaves and circles&#10;&#10;AI-generated content may be incorrect.">
            <a:extLst>
              <a:ext uri="{FF2B5EF4-FFF2-40B4-BE49-F238E27FC236}">
                <a16:creationId xmlns:a16="http://schemas.microsoft.com/office/drawing/2014/main" id="{F435E831-96D4-66D0-099B-CA511591743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38662" y="5410849"/>
            <a:ext cx="643987" cy="615554"/>
          </a:xfrm>
          <a:prstGeom prst="rect">
            <a:avLst/>
          </a:prstGeom>
        </p:spPr>
      </p:pic>
    </p:spTree>
    <p:extLst>
      <p:ext uri="{BB962C8B-B14F-4D97-AF65-F5344CB8AC3E}">
        <p14:creationId xmlns:p14="http://schemas.microsoft.com/office/powerpoint/2010/main" val="449055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797CCE76-401D-1ED7-B220-33D280A5D8E6}"/>
              </a:ext>
            </a:extLst>
          </p:cNvPr>
          <p:cNvSpPr>
            <a:spLocks noGrp="1"/>
          </p:cNvSpPr>
          <p:nvPr>
            <p:ph type="body" sz="quarter" idx="32"/>
          </p:nvPr>
        </p:nvSpPr>
        <p:spPr/>
        <p:txBody>
          <a:bodyPr/>
          <a:lstStyle/>
          <a:p>
            <a:endParaRPr lang="en-US"/>
          </a:p>
        </p:txBody>
      </p:sp>
      <p:sp>
        <p:nvSpPr>
          <p:cNvPr id="25" name="Text Placeholder 24">
            <a:extLst>
              <a:ext uri="{FF2B5EF4-FFF2-40B4-BE49-F238E27FC236}">
                <a16:creationId xmlns:a16="http://schemas.microsoft.com/office/drawing/2014/main" id="{F738A23E-ACFA-7761-4D8A-768274544C80}"/>
              </a:ext>
            </a:extLst>
          </p:cNvPr>
          <p:cNvSpPr>
            <a:spLocks noGrp="1"/>
          </p:cNvSpPr>
          <p:nvPr>
            <p:ph type="body" sz="quarter" idx="33"/>
          </p:nvPr>
        </p:nvSpPr>
        <p:spPr/>
        <p:txBody>
          <a:bodyPr/>
          <a:lstStyle/>
          <a:p>
            <a:endParaRPr lang="en-US"/>
          </a:p>
        </p:txBody>
      </p:sp>
      <p:sp>
        <p:nvSpPr>
          <p:cNvPr id="26" name="Text Placeholder 25">
            <a:extLst>
              <a:ext uri="{FF2B5EF4-FFF2-40B4-BE49-F238E27FC236}">
                <a16:creationId xmlns:a16="http://schemas.microsoft.com/office/drawing/2014/main" id="{483F0513-7E94-27A0-7F6A-89C81B7AE013}"/>
              </a:ext>
            </a:extLst>
          </p:cNvPr>
          <p:cNvSpPr>
            <a:spLocks noGrp="1"/>
          </p:cNvSpPr>
          <p:nvPr>
            <p:ph type="body" sz="quarter" idx="34"/>
          </p:nvPr>
        </p:nvSpPr>
        <p:spPr/>
        <p:txBody>
          <a:bodyPr/>
          <a:lstStyle/>
          <a:p>
            <a:endParaRPr lang="en-US"/>
          </a:p>
        </p:txBody>
      </p:sp>
      <p:sp>
        <p:nvSpPr>
          <p:cNvPr id="27" name="Text Placeholder 26">
            <a:extLst>
              <a:ext uri="{FF2B5EF4-FFF2-40B4-BE49-F238E27FC236}">
                <a16:creationId xmlns:a16="http://schemas.microsoft.com/office/drawing/2014/main" id="{6843F2AF-6DB4-84B2-1FF6-5D2FECB79CE9}"/>
              </a:ext>
            </a:extLst>
          </p:cNvPr>
          <p:cNvSpPr>
            <a:spLocks noGrp="1"/>
          </p:cNvSpPr>
          <p:nvPr>
            <p:ph type="body" sz="quarter" idx="35"/>
          </p:nvPr>
        </p:nvSpPr>
        <p:spPr/>
        <p:txBody>
          <a:bodyPr/>
          <a:lstStyle/>
          <a:p>
            <a:endParaRPr lang="en-US"/>
          </a:p>
        </p:txBody>
      </p:sp>
      <p:sp>
        <p:nvSpPr>
          <p:cNvPr id="28" name="Text Placeholder 27">
            <a:extLst>
              <a:ext uri="{FF2B5EF4-FFF2-40B4-BE49-F238E27FC236}">
                <a16:creationId xmlns:a16="http://schemas.microsoft.com/office/drawing/2014/main" id="{A9D2964C-18C4-C9E3-90FB-48B84218563D}"/>
              </a:ext>
            </a:extLst>
          </p:cNvPr>
          <p:cNvSpPr>
            <a:spLocks noGrp="1"/>
          </p:cNvSpPr>
          <p:nvPr>
            <p:ph type="body" sz="quarter" idx="36"/>
          </p:nvPr>
        </p:nvSpPr>
        <p:spPr/>
        <p:txBody>
          <a:bodyPr/>
          <a:lstStyle/>
          <a:p>
            <a:endParaRPr lang="en-US"/>
          </a:p>
        </p:txBody>
      </p:sp>
      <p:sp>
        <p:nvSpPr>
          <p:cNvPr id="29" name="Text Placeholder 28">
            <a:extLst>
              <a:ext uri="{FF2B5EF4-FFF2-40B4-BE49-F238E27FC236}">
                <a16:creationId xmlns:a16="http://schemas.microsoft.com/office/drawing/2014/main" id="{A249A41F-7D1A-840E-798F-0C41C779B5CC}"/>
              </a:ext>
            </a:extLst>
          </p:cNvPr>
          <p:cNvSpPr>
            <a:spLocks noGrp="1"/>
          </p:cNvSpPr>
          <p:nvPr>
            <p:ph type="body" sz="quarter" idx="37"/>
          </p:nvPr>
        </p:nvSpPr>
        <p:spPr/>
        <p:txBody>
          <a:bodyPr/>
          <a:lstStyle/>
          <a:p>
            <a:endParaRPr lang="en-US"/>
          </a:p>
        </p:txBody>
      </p:sp>
      <p:sp>
        <p:nvSpPr>
          <p:cNvPr id="30" name="Text Placeholder 29">
            <a:extLst>
              <a:ext uri="{FF2B5EF4-FFF2-40B4-BE49-F238E27FC236}">
                <a16:creationId xmlns:a16="http://schemas.microsoft.com/office/drawing/2014/main" id="{133788B6-3A6F-859F-C14F-102E07F4536F}"/>
              </a:ext>
            </a:extLst>
          </p:cNvPr>
          <p:cNvSpPr>
            <a:spLocks noGrp="1"/>
          </p:cNvSpPr>
          <p:nvPr>
            <p:ph type="body" sz="quarter" idx="38"/>
          </p:nvPr>
        </p:nvSpPr>
        <p:spPr/>
        <p:txBody>
          <a:bodyPr/>
          <a:lstStyle/>
          <a:p>
            <a:endParaRPr lang="en-US"/>
          </a:p>
        </p:txBody>
      </p:sp>
      <p:sp>
        <p:nvSpPr>
          <p:cNvPr id="31" name="Text Placeholder 30">
            <a:extLst>
              <a:ext uri="{FF2B5EF4-FFF2-40B4-BE49-F238E27FC236}">
                <a16:creationId xmlns:a16="http://schemas.microsoft.com/office/drawing/2014/main" id="{78B4AC49-F1C8-D228-B895-5FFBCA620DDB}"/>
              </a:ext>
            </a:extLst>
          </p:cNvPr>
          <p:cNvSpPr>
            <a:spLocks noGrp="1"/>
          </p:cNvSpPr>
          <p:nvPr>
            <p:ph type="body" sz="quarter" idx="39"/>
          </p:nvPr>
        </p:nvSpPr>
        <p:spPr/>
        <p:txBody>
          <a:bodyPr/>
          <a:lstStyle/>
          <a:p>
            <a:endParaRPr lang="en-US"/>
          </a:p>
        </p:txBody>
      </p:sp>
      <p:sp>
        <p:nvSpPr>
          <p:cNvPr id="13" name="Title 12">
            <a:extLst>
              <a:ext uri="{FF2B5EF4-FFF2-40B4-BE49-F238E27FC236}">
                <a16:creationId xmlns:a16="http://schemas.microsoft.com/office/drawing/2014/main" id="{8B1EF6C3-F1E0-C063-1906-8453B6727238}"/>
              </a:ext>
            </a:extLst>
          </p:cNvPr>
          <p:cNvSpPr>
            <a:spLocks noGrp="1"/>
          </p:cNvSpPr>
          <p:nvPr>
            <p:ph type="title"/>
          </p:nvPr>
        </p:nvSpPr>
        <p:spPr/>
        <p:txBody>
          <a:bodyPr/>
          <a:lstStyle/>
          <a:p>
            <a:endParaRPr lang="en-US"/>
          </a:p>
        </p:txBody>
      </p:sp>
      <p:sp>
        <p:nvSpPr>
          <p:cNvPr id="11" name="Slide Number Placeholder 10">
            <a:extLst>
              <a:ext uri="{FF2B5EF4-FFF2-40B4-BE49-F238E27FC236}">
                <a16:creationId xmlns:a16="http://schemas.microsoft.com/office/drawing/2014/main" id="{6CB239BA-D3F7-D552-37D6-832BD1B0581E}"/>
              </a:ext>
            </a:extLst>
          </p:cNvPr>
          <p:cNvSpPr>
            <a:spLocks noGrp="1"/>
          </p:cNvSpPr>
          <p:nvPr>
            <p:ph type="sldNum" sz="quarter" idx="13"/>
          </p:nvPr>
        </p:nvSpPr>
        <p:spPr/>
        <p:txBody>
          <a:bodyPr/>
          <a:lstStyle/>
          <a:p>
            <a:fld id="{D5557E57-8FF5-498F-85CD-A04FA8F809F1}" type="slidenum">
              <a:rPr lang="en-US" smtClean="0"/>
              <a:pPr/>
              <a:t>19</a:t>
            </a:fld>
            <a:endParaRPr lang="en-US"/>
          </a:p>
        </p:txBody>
      </p:sp>
      <p:sp>
        <p:nvSpPr>
          <p:cNvPr id="32" name="Picture Placeholder 31">
            <a:extLst>
              <a:ext uri="{FF2B5EF4-FFF2-40B4-BE49-F238E27FC236}">
                <a16:creationId xmlns:a16="http://schemas.microsoft.com/office/drawing/2014/main" id="{1544C258-C962-91F0-F527-D7ED1B9C9FC0}"/>
              </a:ext>
            </a:extLst>
          </p:cNvPr>
          <p:cNvSpPr>
            <a:spLocks noGrp="1"/>
          </p:cNvSpPr>
          <p:nvPr>
            <p:ph type="pic" sz="quarter" idx="46"/>
          </p:nvPr>
        </p:nvSpPr>
        <p:spPr/>
        <p:txBody>
          <a:bodyPr/>
          <a:lstStyle/>
          <a:p>
            <a:endParaRPr lang="en-US"/>
          </a:p>
        </p:txBody>
      </p:sp>
    </p:spTree>
    <p:extLst>
      <p:ext uri="{BB962C8B-B14F-4D97-AF65-F5344CB8AC3E}">
        <p14:creationId xmlns:p14="http://schemas.microsoft.com/office/powerpoint/2010/main" val="894436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41B212-DCF8-99E2-BBE0-8C6853454542}"/>
              </a:ext>
            </a:extLst>
          </p:cNvPr>
          <p:cNvSpPr>
            <a:spLocks noGrp="1"/>
          </p:cNvSpPr>
          <p:nvPr>
            <p:ph type="body" sz="quarter" idx="32"/>
          </p:nvPr>
        </p:nvSpPr>
        <p:spPr/>
        <p:txBody>
          <a:bodyPr/>
          <a:lstStyle/>
          <a:p>
            <a:r>
              <a:rPr lang="en-US"/>
              <a:t>Topic</a:t>
            </a:r>
          </a:p>
          <a:p>
            <a:endParaRPr lang="en-US"/>
          </a:p>
        </p:txBody>
      </p:sp>
      <p:sp>
        <p:nvSpPr>
          <p:cNvPr id="4" name="Text Placeholder 3">
            <a:extLst>
              <a:ext uri="{FF2B5EF4-FFF2-40B4-BE49-F238E27FC236}">
                <a16:creationId xmlns:a16="http://schemas.microsoft.com/office/drawing/2014/main" id="{4F31D808-41C2-5645-BDAE-DF65CA455F13}"/>
              </a:ext>
            </a:extLst>
          </p:cNvPr>
          <p:cNvSpPr>
            <a:spLocks noGrp="1"/>
          </p:cNvSpPr>
          <p:nvPr>
            <p:ph type="body" sz="quarter" idx="33"/>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5" name="Slide Number Placeholder 4">
            <a:extLst>
              <a:ext uri="{FF2B5EF4-FFF2-40B4-BE49-F238E27FC236}">
                <a16:creationId xmlns:a16="http://schemas.microsoft.com/office/drawing/2014/main" id="{DB4A69AC-E483-4F4E-9F11-9B2BA80FCC20}"/>
              </a:ext>
            </a:extLst>
          </p:cNvPr>
          <p:cNvSpPr>
            <a:spLocks noGrp="1"/>
          </p:cNvSpPr>
          <p:nvPr>
            <p:ph type="sldNum" sz="quarter" idx="13"/>
          </p:nvPr>
        </p:nvSpPr>
        <p:spPr/>
        <p:txBody>
          <a:bodyPr/>
          <a:lstStyle/>
          <a:p>
            <a:fld id="{D5557E57-8FF5-498F-85CD-A04FA8F809F1}" type="slidenum">
              <a:rPr lang="en-US" smtClean="0"/>
              <a:pPr/>
              <a:t>20</a:t>
            </a:fld>
            <a:endParaRPr lang="en-US"/>
          </a:p>
        </p:txBody>
      </p:sp>
      <p:sp>
        <p:nvSpPr>
          <p:cNvPr id="6" name="Text Placeholder 5">
            <a:extLst>
              <a:ext uri="{FF2B5EF4-FFF2-40B4-BE49-F238E27FC236}">
                <a16:creationId xmlns:a16="http://schemas.microsoft.com/office/drawing/2014/main" id="{B5613D98-161D-E3DB-2FB4-2E548E8CA2CF}"/>
              </a:ext>
            </a:extLst>
          </p:cNvPr>
          <p:cNvSpPr>
            <a:spLocks noGrp="1"/>
          </p:cNvSpPr>
          <p:nvPr>
            <p:ph type="body" sz="quarter" idx="46"/>
          </p:nvPr>
        </p:nvSpPr>
        <p:spPr/>
        <p:txBody>
          <a:bodyPr/>
          <a:lstStyle/>
          <a:p>
            <a:r>
              <a:rPr lang="en-US"/>
              <a:t>Topic</a:t>
            </a:r>
          </a:p>
        </p:txBody>
      </p:sp>
      <p:sp>
        <p:nvSpPr>
          <p:cNvPr id="7" name="Text Placeholder 6">
            <a:extLst>
              <a:ext uri="{FF2B5EF4-FFF2-40B4-BE49-F238E27FC236}">
                <a16:creationId xmlns:a16="http://schemas.microsoft.com/office/drawing/2014/main" id="{CA6B604B-C450-2268-9E0D-0E0484D82DB8}"/>
              </a:ext>
            </a:extLst>
          </p:cNvPr>
          <p:cNvSpPr>
            <a:spLocks noGrp="1"/>
          </p:cNvSpPr>
          <p:nvPr>
            <p:ph type="body" sz="quarter" idx="47"/>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8" name="Text Placeholder 7">
            <a:extLst>
              <a:ext uri="{FF2B5EF4-FFF2-40B4-BE49-F238E27FC236}">
                <a16:creationId xmlns:a16="http://schemas.microsoft.com/office/drawing/2014/main" id="{57B51182-9A53-F25E-4EF0-0227EA7469AC}"/>
              </a:ext>
            </a:extLst>
          </p:cNvPr>
          <p:cNvSpPr>
            <a:spLocks noGrp="1"/>
          </p:cNvSpPr>
          <p:nvPr>
            <p:ph type="body" sz="quarter" idx="48"/>
          </p:nvPr>
        </p:nvSpPr>
        <p:spPr/>
        <p:txBody>
          <a:bodyPr/>
          <a:lstStyle/>
          <a:p>
            <a:r>
              <a:rPr lang="en-US"/>
              <a:t>Topic</a:t>
            </a:r>
          </a:p>
          <a:p>
            <a:endParaRPr lang="en-US"/>
          </a:p>
        </p:txBody>
      </p:sp>
      <p:sp>
        <p:nvSpPr>
          <p:cNvPr id="9" name="Text Placeholder 8">
            <a:extLst>
              <a:ext uri="{FF2B5EF4-FFF2-40B4-BE49-F238E27FC236}">
                <a16:creationId xmlns:a16="http://schemas.microsoft.com/office/drawing/2014/main" id="{71FC5128-BBB5-8A42-FAD4-E66130A67D04}"/>
              </a:ext>
            </a:extLst>
          </p:cNvPr>
          <p:cNvSpPr>
            <a:spLocks noGrp="1"/>
          </p:cNvSpPr>
          <p:nvPr>
            <p:ph type="body" sz="quarter" idx="49"/>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10" name="Text Placeholder 9">
            <a:extLst>
              <a:ext uri="{FF2B5EF4-FFF2-40B4-BE49-F238E27FC236}">
                <a16:creationId xmlns:a16="http://schemas.microsoft.com/office/drawing/2014/main" id="{0EFE68E6-F198-C635-CDEC-4BA83A9C2374}"/>
              </a:ext>
            </a:extLst>
          </p:cNvPr>
          <p:cNvSpPr>
            <a:spLocks noGrp="1"/>
          </p:cNvSpPr>
          <p:nvPr>
            <p:ph type="body" sz="quarter" idx="50"/>
          </p:nvPr>
        </p:nvSpPr>
        <p:spPr/>
        <p:txBody>
          <a:bodyPr/>
          <a:lstStyle/>
          <a:p>
            <a:r>
              <a:rPr lang="en-US"/>
              <a:t>Topic</a:t>
            </a:r>
          </a:p>
          <a:p>
            <a:endParaRPr lang="en-US"/>
          </a:p>
        </p:txBody>
      </p:sp>
      <p:sp>
        <p:nvSpPr>
          <p:cNvPr id="11" name="Text Placeholder 10">
            <a:extLst>
              <a:ext uri="{FF2B5EF4-FFF2-40B4-BE49-F238E27FC236}">
                <a16:creationId xmlns:a16="http://schemas.microsoft.com/office/drawing/2014/main" id="{6678A28C-AF2F-F27B-751A-D39B2A057ABA}"/>
              </a:ext>
            </a:extLst>
          </p:cNvPr>
          <p:cNvSpPr>
            <a:spLocks noGrp="1"/>
          </p:cNvSpPr>
          <p:nvPr>
            <p:ph type="body" sz="quarter" idx="51"/>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12" name="Text Placeholder 11">
            <a:extLst>
              <a:ext uri="{FF2B5EF4-FFF2-40B4-BE49-F238E27FC236}">
                <a16:creationId xmlns:a16="http://schemas.microsoft.com/office/drawing/2014/main" id="{F5822914-D484-EF95-ABE3-1DEA37031557}"/>
              </a:ext>
            </a:extLst>
          </p:cNvPr>
          <p:cNvSpPr>
            <a:spLocks noGrp="1"/>
          </p:cNvSpPr>
          <p:nvPr>
            <p:ph type="body" sz="quarter" idx="52"/>
          </p:nvPr>
        </p:nvSpPr>
        <p:spPr/>
        <p:txBody>
          <a:bodyPr/>
          <a:lstStyle/>
          <a:p>
            <a:r>
              <a:rPr lang="en-US"/>
              <a:t>Topic</a:t>
            </a:r>
          </a:p>
          <a:p>
            <a:endParaRPr lang="en-US"/>
          </a:p>
        </p:txBody>
      </p:sp>
      <p:sp>
        <p:nvSpPr>
          <p:cNvPr id="13" name="Text Placeholder 12">
            <a:extLst>
              <a:ext uri="{FF2B5EF4-FFF2-40B4-BE49-F238E27FC236}">
                <a16:creationId xmlns:a16="http://schemas.microsoft.com/office/drawing/2014/main" id="{B2D71721-F370-2DD4-3C33-85ED408C1616}"/>
              </a:ext>
            </a:extLst>
          </p:cNvPr>
          <p:cNvSpPr>
            <a:spLocks noGrp="1"/>
          </p:cNvSpPr>
          <p:nvPr>
            <p:ph type="body" sz="quarter" idx="53"/>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14" name="Text Placeholder 13">
            <a:extLst>
              <a:ext uri="{FF2B5EF4-FFF2-40B4-BE49-F238E27FC236}">
                <a16:creationId xmlns:a16="http://schemas.microsoft.com/office/drawing/2014/main" id="{50BADB56-D38B-D43D-6672-D92C0AED246B}"/>
              </a:ext>
            </a:extLst>
          </p:cNvPr>
          <p:cNvSpPr>
            <a:spLocks noGrp="1"/>
          </p:cNvSpPr>
          <p:nvPr>
            <p:ph type="body" sz="quarter" idx="54"/>
          </p:nvPr>
        </p:nvSpPr>
        <p:spPr/>
        <p:txBody>
          <a:bodyPr/>
          <a:lstStyle/>
          <a:p>
            <a:r>
              <a:rPr lang="en-US"/>
              <a:t>Topic</a:t>
            </a:r>
          </a:p>
          <a:p>
            <a:endParaRPr lang="en-US"/>
          </a:p>
        </p:txBody>
      </p:sp>
      <p:sp>
        <p:nvSpPr>
          <p:cNvPr id="15" name="Text Placeholder 14">
            <a:extLst>
              <a:ext uri="{FF2B5EF4-FFF2-40B4-BE49-F238E27FC236}">
                <a16:creationId xmlns:a16="http://schemas.microsoft.com/office/drawing/2014/main" id="{819FCF6D-1BF5-222F-D503-D362CEDE2908}"/>
              </a:ext>
            </a:extLst>
          </p:cNvPr>
          <p:cNvSpPr>
            <a:spLocks noGrp="1"/>
          </p:cNvSpPr>
          <p:nvPr>
            <p:ph type="body" sz="quarter" idx="55"/>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16" name="Text Placeholder 15">
            <a:extLst>
              <a:ext uri="{FF2B5EF4-FFF2-40B4-BE49-F238E27FC236}">
                <a16:creationId xmlns:a16="http://schemas.microsoft.com/office/drawing/2014/main" id="{CEFE19D9-7B67-3855-BFF8-58AEA54CF609}"/>
              </a:ext>
            </a:extLst>
          </p:cNvPr>
          <p:cNvSpPr>
            <a:spLocks noGrp="1"/>
          </p:cNvSpPr>
          <p:nvPr>
            <p:ph type="body" sz="quarter" idx="56"/>
          </p:nvPr>
        </p:nvSpPr>
        <p:spPr/>
        <p:txBody>
          <a:bodyPr/>
          <a:lstStyle/>
          <a:p>
            <a:r>
              <a:rPr lang="en-US"/>
              <a:t>Topic</a:t>
            </a:r>
          </a:p>
          <a:p>
            <a:endParaRPr lang="en-US"/>
          </a:p>
        </p:txBody>
      </p:sp>
      <p:sp>
        <p:nvSpPr>
          <p:cNvPr id="17" name="Text Placeholder 16">
            <a:extLst>
              <a:ext uri="{FF2B5EF4-FFF2-40B4-BE49-F238E27FC236}">
                <a16:creationId xmlns:a16="http://schemas.microsoft.com/office/drawing/2014/main" id="{A39A81C7-BF5C-B786-5284-6D785FA37FCF}"/>
              </a:ext>
            </a:extLst>
          </p:cNvPr>
          <p:cNvSpPr>
            <a:spLocks noGrp="1"/>
          </p:cNvSpPr>
          <p:nvPr>
            <p:ph type="body" sz="quarter" idx="57"/>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18" name="Text Placeholder 17">
            <a:extLst>
              <a:ext uri="{FF2B5EF4-FFF2-40B4-BE49-F238E27FC236}">
                <a16:creationId xmlns:a16="http://schemas.microsoft.com/office/drawing/2014/main" id="{F8B8825E-C127-D6F8-885E-6BF7466D62A5}"/>
              </a:ext>
            </a:extLst>
          </p:cNvPr>
          <p:cNvSpPr>
            <a:spLocks noGrp="1"/>
          </p:cNvSpPr>
          <p:nvPr>
            <p:ph type="body" sz="quarter" idx="58"/>
          </p:nvPr>
        </p:nvSpPr>
        <p:spPr/>
        <p:txBody>
          <a:bodyPr/>
          <a:lstStyle/>
          <a:p>
            <a:r>
              <a:rPr lang="en-US"/>
              <a:t>Topic</a:t>
            </a:r>
          </a:p>
          <a:p>
            <a:endParaRPr lang="en-US"/>
          </a:p>
        </p:txBody>
      </p:sp>
      <p:sp>
        <p:nvSpPr>
          <p:cNvPr id="19" name="Text Placeholder 18">
            <a:extLst>
              <a:ext uri="{FF2B5EF4-FFF2-40B4-BE49-F238E27FC236}">
                <a16:creationId xmlns:a16="http://schemas.microsoft.com/office/drawing/2014/main" id="{4866E392-4550-49AD-BD86-B0483D38A9B4}"/>
              </a:ext>
            </a:extLst>
          </p:cNvPr>
          <p:cNvSpPr>
            <a:spLocks noGrp="1"/>
          </p:cNvSpPr>
          <p:nvPr>
            <p:ph type="body" sz="quarter" idx="59"/>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a:t>
            </a:r>
          </a:p>
          <a:p>
            <a:r>
              <a:rPr lang="en-US"/>
              <a:t>que nus</a:t>
            </a:r>
          </a:p>
          <a:p>
            <a:endParaRPr lang="en-US"/>
          </a:p>
        </p:txBody>
      </p:sp>
      <p:sp>
        <p:nvSpPr>
          <p:cNvPr id="2" name="Title 1">
            <a:extLst>
              <a:ext uri="{FF2B5EF4-FFF2-40B4-BE49-F238E27FC236}">
                <a16:creationId xmlns:a16="http://schemas.microsoft.com/office/drawing/2014/main" id="{7C0263E2-60B6-4CCE-C5B4-511D39CC2E58}"/>
              </a:ext>
            </a:extLst>
          </p:cNvPr>
          <p:cNvSpPr>
            <a:spLocks noGrp="1"/>
          </p:cNvSpPr>
          <p:nvPr>
            <p:ph type="title"/>
          </p:nvPr>
        </p:nvSpPr>
        <p:spPr/>
        <p:txBody>
          <a:bodyPr/>
          <a:lstStyle/>
          <a:p>
            <a:r>
              <a:rPr lang="en-US"/>
              <a:t>What We Offer</a:t>
            </a:r>
          </a:p>
        </p:txBody>
      </p:sp>
    </p:spTree>
    <p:extLst>
      <p:ext uri="{BB962C8B-B14F-4D97-AF65-F5344CB8AC3E}">
        <p14:creationId xmlns:p14="http://schemas.microsoft.com/office/powerpoint/2010/main" val="1985791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0D129B-8DCF-7DF1-A10E-8C99F5C541C9}"/>
              </a:ext>
            </a:extLst>
          </p:cNvPr>
          <p:cNvSpPr>
            <a:spLocks noGrp="1"/>
          </p:cNvSpPr>
          <p:nvPr>
            <p:ph type="body" sz="quarter" idx="32"/>
          </p:nvPr>
        </p:nvSpPr>
        <p:spPr/>
        <p:txBody>
          <a:bodyPr/>
          <a:lstStyle/>
          <a:p>
            <a:endParaRPr lang="en-US"/>
          </a:p>
        </p:txBody>
      </p:sp>
      <p:sp>
        <p:nvSpPr>
          <p:cNvPr id="4" name="Text Placeholder 3">
            <a:extLst>
              <a:ext uri="{FF2B5EF4-FFF2-40B4-BE49-F238E27FC236}">
                <a16:creationId xmlns:a16="http://schemas.microsoft.com/office/drawing/2014/main" id="{ABC5D1F6-969A-BDD9-7D39-63297F25FF7A}"/>
              </a:ext>
            </a:extLst>
          </p:cNvPr>
          <p:cNvSpPr>
            <a:spLocks noGrp="1"/>
          </p:cNvSpPr>
          <p:nvPr>
            <p:ph type="body" sz="quarter" idx="33"/>
          </p:nvPr>
        </p:nvSpPr>
        <p:spPr/>
        <p:txBody>
          <a:bodyPr/>
          <a:lstStyle/>
          <a:p>
            <a:endParaRPr lang="en-US"/>
          </a:p>
        </p:txBody>
      </p:sp>
      <p:sp>
        <p:nvSpPr>
          <p:cNvPr id="5" name="Slide Number Placeholder 4">
            <a:extLst>
              <a:ext uri="{FF2B5EF4-FFF2-40B4-BE49-F238E27FC236}">
                <a16:creationId xmlns:a16="http://schemas.microsoft.com/office/drawing/2014/main" id="{355E4F22-7FCF-C04B-42BF-BF7B79DCAC3F}"/>
              </a:ext>
            </a:extLst>
          </p:cNvPr>
          <p:cNvSpPr>
            <a:spLocks noGrp="1"/>
          </p:cNvSpPr>
          <p:nvPr>
            <p:ph type="sldNum" sz="quarter" idx="13"/>
          </p:nvPr>
        </p:nvSpPr>
        <p:spPr/>
        <p:txBody>
          <a:bodyPr/>
          <a:lstStyle/>
          <a:p>
            <a:fld id="{D5557E57-8FF5-498F-85CD-A04FA8F809F1}" type="slidenum">
              <a:rPr lang="en-US" smtClean="0"/>
              <a:pPr/>
              <a:t>21</a:t>
            </a:fld>
            <a:endParaRPr lang="en-US"/>
          </a:p>
        </p:txBody>
      </p:sp>
      <p:sp>
        <p:nvSpPr>
          <p:cNvPr id="6" name="Text Placeholder 5">
            <a:extLst>
              <a:ext uri="{FF2B5EF4-FFF2-40B4-BE49-F238E27FC236}">
                <a16:creationId xmlns:a16="http://schemas.microsoft.com/office/drawing/2014/main" id="{4457FC92-1A8E-386B-85FA-F6DE011E5B69}"/>
              </a:ext>
            </a:extLst>
          </p:cNvPr>
          <p:cNvSpPr>
            <a:spLocks noGrp="1"/>
          </p:cNvSpPr>
          <p:nvPr>
            <p:ph type="body" sz="quarter" idx="46"/>
          </p:nvPr>
        </p:nvSpPr>
        <p:spPr/>
        <p:txBody>
          <a:bodyPr/>
          <a:lstStyle/>
          <a:p>
            <a:endParaRPr lang="en-US"/>
          </a:p>
        </p:txBody>
      </p:sp>
      <p:sp>
        <p:nvSpPr>
          <p:cNvPr id="7" name="Text Placeholder 6">
            <a:extLst>
              <a:ext uri="{FF2B5EF4-FFF2-40B4-BE49-F238E27FC236}">
                <a16:creationId xmlns:a16="http://schemas.microsoft.com/office/drawing/2014/main" id="{74C2782E-EF5E-C42D-527E-74E8887B43F6}"/>
              </a:ext>
            </a:extLst>
          </p:cNvPr>
          <p:cNvSpPr>
            <a:spLocks noGrp="1"/>
          </p:cNvSpPr>
          <p:nvPr>
            <p:ph type="body" sz="quarter" idx="47"/>
          </p:nvPr>
        </p:nvSpPr>
        <p:spPr/>
        <p:txBody>
          <a:bodyPr/>
          <a:lstStyle/>
          <a:p>
            <a:endParaRPr lang="en-US"/>
          </a:p>
        </p:txBody>
      </p:sp>
      <p:sp>
        <p:nvSpPr>
          <p:cNvPr id="8" name="Text Placeholder 7">
            <a:extLst>
              <a:ext uri="{FF2B5EF4-FFF2-40B4-BE49-F238E27FC236}">
                <a16:creationId xmlns:a16="http://schemas.microsoft.com/office/drawing/2014/main" id="{C5402D65-AE5A-2AFE-0954-EA4AAEA7490E}"/>
              </a:ext>
            </a:extLst>
          </p:cNvPr>
          <p:cNvSpPr>
            <a:spLocks noGrp="1"/>
          </p:cNvSpPr>
          <p:nvPr>
            <p:ph type="body" sz="quarter" idx="48"/>
          </p:nvPr>
        </p:nvSpPr>
        <p:spPr/>
        <p:txBody>
          <a:bodyPr/>
          <a:lstStyle/>
          <a:p>
            <a:endParaRPr lang="en-US"/>
          </a:p>
        </p:txBody>
      </p:sp>
      <p:sp>
        <p:nvSpPr>
          <p:cNvPr id="9" name="Text Placeholder 8">
            <a:extLst>
              <a:ext uri="{FF2B5EF4-FFF2-40B4-BE49-F238E27FC236}">
                <a16:creationId xmlns:a16="http://schemas.microsoft.com/office/drawing/2014/main" id="{AAFD2D6E-504D-1A17-63ED-9ECE51518751}"/>
              </a:ext>
            </a:extLst>
          </p:cNvPr>
          <p:cNvSpPr>
            <a:spLocks noGrp="1"/>
          </p:cNvSpPr>
          <p:nvPr>
            <p:ph type="body" sz="quarter" idx="49"/>
          </p:nvPr>
        </p:nvSpPr>
        <p:spPr/>
        <p:txBody>
          <a:bodyPr/>
          <a:lstStyle/>
          <a:p>
            <a:endParaRPr lang="en-US"/>
          </a:p>
        </p:txBody>
      </p:sp>
      <p:sp>
        <p:nvSpPr>
          <p:cNvPr id="10" name="Text Placeholder 9">
            <a:extLst>
              <a:ext uri="{FF2B5EF4-FFF2-40B4-BE49-F238E27FC236}">
                <a16:creationId xmlns:a16="http://schemas.microsoft.com/office/drawing/2014/main" id="{372B2B67-2ECE-804F-2EFB-C6E571BB28DB}"/>
              </a:ext>
            </a:extLst>
          </p:cNvPr>
          <p:cNvSpPr>
            <a:spLocks noGrp="1"/>
          </p:cNvSpPr>
          <p:nvPr>
            <p:ph type="body" sz="quarter" idx="50"/>
          </p:nvPr>
        </p:nvSpPr>
        <p:spPr/>
        <p:txBody>
          <a:bodyPr/>
          <a:lstStyle/>
          <a:p>
            <a:endParaRPr lang="en-US"/>
          </a:p>
        </p:txBody>
      </p:sp>
      <p:sp>
        <p:nvSpPr>
          <p:cNvPr id="11" name="Text Placeholder 10">
            <a:extLst>
              <a:ext uri="{FF2B5EF4-FFF2-40B4-BE49-F238E27FC236}">
                <a16:creationId xmlns:a16="http://schemas.microsoft.com/office/drawing/2014/main" id="{033961FF-4E08-CC26-9A69-CDD48DBCFA98}"/>
              </a:ext>
            </a:extLst>
          </p:cNvPr>
          <p:cNvSpPr>
            <a:spLocks noGrp="1"/>
          </p:cNvSpPr>
          <p:nvPr>
            <p:ph type="body" sz="quarter" idx="51"/>
          </p:nvPr>
        </p:nvSpPr>
        <p:spPr/>
        <p:txBody>
          <a:bodyPr/>
          <a:lstStyle/>
          <a:p>
            <a:endParaRPr lang="en-US"/>
          </a:p>
        </p:txBody>
      </p:sp>
      <p:sp>
        <p:nvSpPr>
          <p:cNvPr id="12" name="Text Placeholder 11">
            <a:extLst>
              <a:ext uri="{FF2B5EF4-FFF2-40B4-BE49-F238E27FC236}">
                <a16:creationId xmlns:a16="http://schemas.microsoft.com/office/drawing/2014/main" id="{D3AF4DC1-30C4-F96F-9E68-B2C47791642E}"/>
              </a:ext>
            </a:extLst>
          </p:cNvPr>
          <p:cNvSpPr>
            <a:spLocks noGrp="1"/>
          </p:cNvSpPr>
          <p:nvPr>
            <p:ph type="body" sz="quarter" idx="52"/>
          </p:nvPr>
        </p:nvSpPr>
        <p:spPr/>
        <p:txBody>
          <a:bodyPr/>
          <a:lstStyle/>
          <a:p>
            <a:endParaRPr lang="en-US"/>
          </a:p>
        </p:txBody>
      </p:sp>
      <p:sp>
        <p:nvSpPr>
          <p:cNvPr id="13" name="Text Placeholder 12">
            <a:extLst>
              <a:ext uri="{FF2B5EF4-FFF2-40B4-BE49-F238E27FC236}">
                <a16:creationId xmlns:a16="http://schemas.microsoft.com/office/drawing/2014/main" id="{19D71F11-FC27-35DB-AFB1-7AA32F35FC66}"/>
              </a:ext>
            </a:extLst>
          </p:cNvPr>
          <p:cNvSpPr>
            <a:spLocks noGrp="1"/>
          </p:cNvSpPr>
          <p:nvPr>
            <p:ph type="body" sz="quarter" idx="53"/>
          </p:nvPr>
        </p:nvSpPr>
        <p:spPr/>
        <p:txBody>
          <a:bodyPr/>
          <a:lstStyle/>
          <a:p>
            <a:endParaRPr lang="en-US"/>
          </a:p>
        </p:txBody>
      </p:sp>
      <p:sp>
        <p:nvSpPr>
          <p:cNvPr id="14" name="Text Placeholder 13">
            <a:extLst>
              <a:ext uri="{FF2B5EF4-FFF2-40B4-BE49-F238E27FC236}">
                <a16:creationId xmlns:a16="http://schemas.microsoft.com/office/drawing/2014/main" id="{599EE21A-B6C3-04DC-3501-7038BFA1E256}"/>
              </a:ext>
            </a:extLst>
          </p:cNvPr>
          <p:cNvSpPr>
            <a:spLocks noGrp="1"/>
          </p:cNvSpPr>
          <p:nvPr>
            <p:ph type="body" sz="quarter" idx="54"/>
          </p:nvPr>
        </p:nvSpPr>
        <p:spPr/>
        <p:txBody>
          <a:bodyPr/>
          <a:lstStyle/>
          <a:p>
            <a:endParaRPr lang="en-US"/>
          </a:p>
        </p:txBody>
      </p:sp>
      <p:sp>
        <p:nvSpPr>
          <p:cNvPr id="15" name="Text Placeholder 14">
            <a:extLst>
              <a:ext uri="{FF2B5EF4-FFF2-40B4-BE49-F238E27FC236}">
                <a16:creationId xmlns:a16="http://schemas.microsoft.com/office/drawing/2014/main" id="{A786CD20-2BF6-DFFC-D803-9426F7EC907E}"/>
              </a:ext>
            </a:extLst>
          </p:cNvPr>
          <p:cNvSpPr>
            <a:spLocks noGrp="1"/>
          </p:cNvSpPr>
          <p:nvPr>
            <p:ph type="body" sz="quarter" idx="55"/>
          </p:nvPr>
        </p:nvSpPr>
        <p:spPr/>
        <p:txBody>
          <a:bodyPr/>
          <a:lstStyle/>
          <a:p>
            <a:endParaRPr lang="en-US"/>
          </a:p>
        </p:txBody>
      </p:sp>
      <p:sp>
        <p:nvSpPr>
          <p:cNvPr id="16" name="Text Placeholder 15">
            <a:extLst>
              <a:ext uri="{FF2B5EF4-FFF2-40B4-BE49-F238E27FC236}">
                <a16:creationId xmlns:a16="http://schemas.microsoft.com/office/drawing/2014/main" id="{9C655540-36BB-2B70-4016-906D5DF85028}"/>
              </a:ext>
            </a:extLst>
          </p:cNvPr>
          <p:cNvSpPr>
            <a:spLocks noGrp="1"/>
          </p:cNvSpPr>
          <p:nvPr>
            <p:ph type="body" sz="quarter" idx="56"/>
          </p:nvPr>
        </p:nvSpPr>
        <p:spPr/>
        <p:txBody>
          <a:bodyPr/>
          <a:lstStyle/>
          <a:p>
            <a:endParaRPr lang="en-US"/>
          </a:p>
        </p:txBody>
      </p:sp>
      <p:sp>
        <p:nvSpPr>
          <p:cNvPr id="17" name="Text Placeholder 16">
            <a:extLst>
              <a:ext uri="{FF2B5EF4-FFF2-40B4-BE49-F238E27FC236}">
                <a16:creationId xmlns:a16="http://schemas.microsoft.com/office/drawing/2014/main" id="{52453DE7-4B94-4931-8430-958236793EEF}"/>
              </a:ext>
            </a:extLst>
          </p:cNvPr>
          <p:cNvSpPr>
            <a:spLocks noGrp="1"/>
          </p:cNvSpPr>
          <p:nvPr>
            <p:ph type="body" sz="quarter" idx="57"/>
          </p:nvPr>
        </p:nvSpPr>
        <p:spPr/>
        <p:txBody>
          <a:bodyPr/>
          <a:lstStyle/>
          <a:p>
            <a:endParaRPr lang="en-US"/>
          </a:p>
        </p:txBody>
      </p:sp>
      <p:sp>
        <p:nvSpPr>
          <p:cNvPr id="18" name="Text Placeholder 17">
            <a:extLst>
              <a:ext uri="{FF2B5EF4-FFF2-40B4-BE49-F238E27FC236}">
                <a16:creationId xmlns:a16="http://schemas.microsoft.com/office/drawing/2014/main" id="{2D068403-954C-D867-7361-C1084B7C3727}"/>
              </a:ext>
            </a:extLst>
          </p:cNvPr>
          <p:cNvSpPr>
            <a:spLocks noGrp="1"/>
          </p:cNvSpPr>
          <p:nvPr>
            <p:ph type="body" sz="quarter" idx="58"/>
          </p:nvPr>
        </p:nvSpPr>
        <p:spPr/>
        <p:txBody>
          <a:bodyPr/>
          <a:lstStyle/>
          <a:p>
            <a:endParaRPr lang="en-US"/>
          </a:p>
        </p:txBody>
      </p:sp>
      <p:sp>
        <p:nvSpPr>
          <p:cNvPr id="19" name="Text Placeholder 18">
            <a:extLst>
              <a:ext uri="{FF2B5EF4-FFF2-40B4-BE49-F238E27FC236}">
                <a16:creationId xmlns:a16="http://schemas.microsoft.com/office/drawing/2014/main" id="{7FE819E9-29D5-F000-B86D-A8B1BF2CA771}"/>
              </a:ext>
            </a:extLst>
          </p:cNvPr>
          <p:cNvSpPr>
            <a:spLocks noGrp="1"/>
          </p:cNvSpPr>
          <p:nvPr>
            <p:ph type="body" sz="quarter" idx="59"/>
          </p:nvPr>
        </p:nvSpPr>
        <p:spPr/>
        <p:txBody>
          <a:bodyPr/>
          <a:lstStyle/>
          <a:p>
            <a:endParaRPr lang="en-US"/>
          </a:p>
        </p:txBody>
      </p:sp>
      <p:sp>
        <p:nvSpPr>
          <p:cNvPr id="2" name="Title 1">
            <a:extLst>
              <a:ext uri="{FF2B5EF4-FFF2-40B4-BE49-F238E27FC236}">
                <a16:creationId xmlns:a16="http://schemas.microsoft.com/office/drawing/2014/main" id="{09FAC2B2-3A4D-C628-5007-B366346502D5}"/>
              </a:ext>
            </a:extLst>
          </p:cNvPr>
          <p:cNvSpPr>
            <a:spLocks noGrp="1"/>
          </p:cNvSpPr>
          <p:nvPr>
            <p:ph type="title"/>
          </p:nvPr>
        </p:nvSpPr>
        <p:spPr/>
        <p:txBody>
          <a:bodyPr/>
          <a:lstStyle/>
          <a:p>
            <a:endParaRPr lang="en-US"/>
          </a:p>
        </p:txBody>
      </p:sp>
      <p:sp>
        <p:nvSpPr>
          <p:cNvPr id="20" name="Title 12">
            <a:extLst>
              <a:ext uri="{FF2B5EF4-FFF2-40B4-BE49-F238E27FC236}">
                <a16:creationId xmlns:a16="http://schemas.microsoft.com/office/drawing/2014/main" id="{12CEA7B8-8596-7F3E-862D-2BB6EA59070E}"/>
              </a:ext>
            </a:extLst>
          </p:cNvPr>
          <p:cNvSpPr txBox="1">
            <a:spLocks/>
          </p:cNvSpPr>
          <p:nvPr/>
        </p:nvSpPr>
        <p:spPr>
          <a:xfrm>
            <a:off x="550950" y="483766"/>
            <a:ext cx="10904450" cy="615553"/>
          </a:xfrm>
          <a:prstGeom prst="rect">
            <a:avLst/>
          </a:prstGeom>
        </p:spPr>
        <p:txBody>
          <a:bodyPr vert="horz" wrap="square" lIns="91440" tIns="45720" rIns="91440" bIns="45720" rtlCol="0" anchor="t" anchorCtr="0">
            <a:spAutoFit/>
          </a:bodyPr>
          <a:lstStyle>
            <a:lvl1pPr algn="ctr" defTabSz="685800" rtl="0" eaLnBrk="1" latinLnBrk="0" hangingPunct="1">
              <a:lnSpc>
                <a:spcPct val="100000"/>
              </a:lnSpc>
              <a:spcBef>
                <a:spcPct val="0"/>
              </a:spcBef>
              <a:spcAft>
                <a:spcPts val="0"/>
              </a:spcAft>
              <a:buNone/>
              <a:defRPr lang="en-US" sz="3400" b="1" kern="1200" cap="none" baseline="0" dirty="0">
                <a:solidFill>
                  <a:schemeClr val="bg1"/>
                </a:solidFill>
                <a:latin typeface="+mj-lt"/>
                <a:ea typeface="+mn-ea"/>
                <a:cs typeface="Poppins Light" panose="00000400000000000000" pitchFamily="2" charset="0"/>
              </a:defRPr>
            </a:lvl1pPr>
          </a:lstStyle>
          <a:p>
            <a:pPr defTabSz="914400"/>
            <a:r>
              <a:rPr lang="en-US"/>
              <a:t>Slide Title</a:t>
            </a:r>
          </a:p>
        </p:txBody>
      </p:sp>
    </p:spTree>
    <p:extLst>
      <p:ext uri="{BB962C8B-B14F-4D97-AF65-F5344CB8AC3E}">
        <p14:creationId xmlns:p14="http://schemas.microsoft.com/office/powerpoint/2010/main" val="3580393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F4A358-CBF0-6F0C-C73D-31C7FBD93E2E}"/>
              </a:ext>
            </a:extLst>
          </p:cNvPr>
          <p:cNvSpPr/>
          <p:nvPr/>
        </p:nvSpPr>
        <p:spPr>
          <a:xfrm>
            <a:off x="9428560" y="4212770"/>
            <a:ext cx="2763440" cy="264523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Placeholder 36" descr="A house with palm trees and bushes&#10;&#10;AI-generated content may be incorrect.">
            <a:extLst>
              <a:ext uri="{FF2B5EF4-FFF2-40B4-BE49-F238E27FC236}">
                <a16:creationId xmlns:a16="http://schemas.microsoft.com/office/drawing/2014/main" id="{044C43E9-25C5-FDF9-9194-AD1871ECF09A}"/>
              </a:ext>
            </a:extLst>
          </p:cNvPr>
          <p:cNvPicPr>
            <a:picLocks noGrp="1" noChangeAspect="1"/>
          </p:cNvPicPr>
          <p:nvPr>
            <p:ph type="pic" sz="quarter" idx="45"/>
          </p:nvPr>
        </p:nvPicPr>
        <p:blipFill>
          <a:blip r:embed="rId2" cstate="screen">
            <a:extLst>
              <a:ext uri="{28A0092B-C50C-407E-A947-70E740481C1C}">
                <a14:useLocalDpi xmlns:a14="http://schemas.microsoft.com/office/drawing/2010/main"/>
              </a:ext>
            </a:extLst>
          </a:blip>
          <a:srcRect/>
          <a:stretch/>
        </p:blipFill>
        <p:spPr/>
      </p:pic>
      <p:sp>
        <p:nvSpPr>
          <p:cNvPr id="2" name="Text Placeholder 1">
            <a:extLst>
              <a:ext uri="{FF2B5EF4-FFF2-40B4-BE49-F238E27FC236}">
                <a16:creationId xmlns:a16="http://schemas.microsoft.com/office/drawing/2014/main" id="{E7340898-0038-107D-93E5-CE95F5F39A40}"/>
              </a:ext>
            </a:extLst>
          </p:cNvPr>
          <p:cNvSpPr>
            <a:spLocks noGrp="1"/>
          </p:cNvSpPr>
          <p:nvPr>
            <p:ph type="body" sz="quarter" idx="17"/>
          </p:nvPr>
        </p:nvSpPr>
        <p:spPr/>
        <p:txBody>
          <a:bodyPr/>
          <a:lstStyle/>
          <a:p>
            <a:r>
              <a:rPr lang="en-US"/>
              <a:t>Red Rock Country Club</a:t>
            </a:r>
          </a:p>
          <a:p>
            <a:r>
              <a:rPr lang="en-US"/>
              <a:t>Las Vegas, NV</a:t>
            </a:r>
          </a:p>
        </p:txBody>
      </p:sp>
      <p:pic>
        <p:nvPicPr>
          <p:cNvPr id="33" name="Picture Placeholder 32" descr="A hummingbird sitting on a branch&#10;&#10;AI-generated content may be incorrect.">
            <a:extLst>
              <a:ext uri="{FF2B5EF4-FFF2-40B4-BE49-F238E27FC236}">
                <a16:creationId xmlns:a16="http://schemas.microsoft.com/office/drawing/2014/main" id="{BCCC8C0A-3977-E8D8-7CA4-C9D49E67B0AC}"/>
              </a:ext>
            </a:extLst>
          </p:cNvPr>
          <p:cNvPicPr>
            <a:picLocks noGrp="1" noChangeAspect="1"/>
          </p:cNvPicPr>
          <p:nvPr>
            <p:ph type="pic" sz="quarter" idx="46"/>
          </p:nvPr>
        </p:nvPicPr>
        <p:blipFill>
          <a:blip r:embed="rId3" cstate="screen">
            <a:extLst>
              <a:ext uri="{28A0092B-C50C-407E-A947-70E740481C1C}">
                <a14:useLocalDpi xmlns:a14="http://schemas.microsoft.com/office/drawing/2010/main"/>
              </a:ext>
            </a:extLst>
          </a:blip>
          <a:srcRect/>
          <a:stretch/>
        </p:blipFill>
        <p:spPr/>
      </p:pic>
      <p:pic>
        <p:nvPicPr>
          <p:cNvPr id="29" name="Picture Placeholder 28" descr="A tree growing on the side of a road&#10;&#10;AI-generated content may be incorrect.">
            <a:extLst>
              <a:ext uri="{FF2B5EF4-FFF2-40B4-BE49-F238E27FC236}">
                <a16:creationId xmlns:a16="http://schemas.microsoft.com/office/drawing/2014/main" id="{50D02C99-9C99-62BA-77FC-60BFDAF8CDBA}"/>
              </a:ext>
            </a:extLst>
          </p:cNvPr>
          <p:cNvPicPr>
            <a:picLocks noGrp="1" noChangeAspect="1"/>
          </p:cNvPicPr>
          <p:nvPr>
            <p:ph type="pic" sz="quarter" idx="47"/>
          </p:nvPr>
        </p:nvPicPr>
        <p:blipFill>
          <a:blip r:embed="rId4" cstate="screen">
            <a:extLst>
              <a:ext uri="{28A0092B-C50C-407E-A947-70E740481C1C}">
                <a14:useLocalDpi xmlns:a14="http://schemas.microsoft.com/office/drawing/2010/main"/>
              </a:ext>
            </a:extLst>
          </a:blip>
          <a:srcRect/>
          <a:stretch/>
        </p:blipFill>
        <p:spPr/>
      </p:pic>
      <p:pic>
        <p:nvPicPr>
          <p:cNvPr id="17" name="Picture Placeholder 16" descr="A stone structure with a bowl on top of it&#10;&#10;AI-generated content may be incorrect.">
            <a:extLst>
              <a:ext uri="{FF2B5EF4-FFF2-40B4-BE49-F238E27FC236}">
                <a16:creationId xmlns:a16="http://schemas.microsoft.com/office/drawing/2014/main" id="{DBB12E81-A2FF-D008-0164-059925CFBB1D}"/>
              </a:ext>
            </a:extLst>
          </p:cNvPr>
          <p:cNvPicPr>
            <a:picLocks noGrp="1" noChangeAspect="1"/>
          </p:cNvPicPr>
          <p:nvPr>
            <p:ph type="pic" sz="quarter" idx="48"/>
          </p:nvPr>
        </p:nvPicPr>
        <p:blipFill>
          <a:blip r:embed="rId5" cstate="screen">
            <a:extLst>
              <a:ext uri="{28A0092B-C50C-407E-A947-70E740481C1C}">
                <a14:useLocalDpi xmlns:a14="http://schemas.microsoft.com/office/drawing/2010/main"/>
              </a:ext>
            </a:extLst>
          </a:blip>
          <a:srcRect/>
          <a:stretch/>
        </p:blipFill>
        <p:spPr/>
      </p:pic>
      <p:pic>
        <p:nvPicPr>
          <p:cNvPr id="23" name="Picture Placeholder 22" descr="A close up of purple flowers&#10;&#10;AI-generated content may be incorrect.">
            <a:extLst>
              <a:ext uri="{FF2B5EF4-FFF2-40B4-BE49-F238E27FC236}">
                <a16:creationId xmlns:a16="http://schemas.microsoft.com/office/drawing/2014/main" id="{F720491B-797D-63CF-6E6F-C22B841DA615}"/>
              </a:ext>
            </a:extLst>
          </p:cNvPr>
          <p:cNvPicPr>
            <a:picLocks noGrp="1" noChangeAspect="1"/>
          </p:cNvPicPr>
          <p:nvPr>
            <p:ph type="pic" sz="quarter" idx="49"/>
          </p:nvPr>
        </p:nvPicPr>
        <p:blipFill>
          <a:blip r:embed="rId6" cstate="screen">
            <a:extLst>
              <a:ext uri="{28A0092B-C50C-407E-A947-70E740481C1C}">
                <a14:useLocalDpi xmlns:a14="http://schemas.microsoft.com/office/drawing/2010/main"/>
              </a:ext>
            </a:extLst>
          </a:blip>
          <a:srcRect/>
          <a:stretch/>
        </p:blipFill>
        <p:spPr/>
      </p:pic>
      <p:sp>
        <p:nvSpPr>
          <p:cNvPr id="3" name="Slide Number Placeholder 4">
            <a:extLst>
              <a:ext uri="{FF2B5EF4-FFF2-40B4-BE49-F238E27FC236}">
                <a16:creationId xmlns:a16="http://schemas.microsoft.com/office/drawing/2014/main" id="{A6669184-33EE-C785-C621-ED50A71FBE22}"/>
              </a:ext>
            </a:extLst>
          </p:cNvPr>
          <p:cNvSpPr>
            <a:spLocks noGrp="1"/>
          </p:cNvSpPr>
          <p:nvPr>
            <p:ph type="sldNum" sz="quarter" idx="13"/>
          </p:nvPr>
        </p:nvSpPr>
        <p:spPr>
          <a:xfrm>
            <a:off x="11491687" y="6290628"/>
            <a:ext cx="348343" cy="365125"/>
          </a:xfrm>
        </p:spPr>
        <p:txBody>
          <a:bodyPr/>
          <a:lstStyle/>
          <a:p>
            <a:fld id="{D5557E57-8FF5-498F-85CD-A04FA8F809F1}" type="slidenum">
              <a:rPr lang="en-US" smtClean="0"/>
              <a:pPr/>
              <a:t>22</a:t>
            </a:fld>
            <a:endParaRPr lang="en-US"/>
          </a:p>
        </p:txBody>
      </p:sp>
    </p:spTree>
    <p:extLst>
      <p:ext uri="{BB962C8B-B14F-4D97-AF65-F5344CB8AC3E}">
        <p14:creationId xmlns:p14="http://schemas.microsoft.com/office/powerpoint/2010/main" val="4242001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0AC995-FB05-E6A2-D49C-206A8FAB30CE}"/>
              </a:ext>
            </a:extLst>
          </p:cNvPr>
          <p:cNvSpPr/>
          <p:nvPr/>
        </p:nvSpPr>
        <p:spPr>
          <a:xfrm>
            <a:off x="9428560" y="4212770"/>
            <a:ext cx="2763440" cy="264523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D41F2C3F-401E-9B01-A3ED-AE03B402170F}"/>
              </a:ext>
            </a:extLst>
          </p:cNvPr>
          <p:cNvSpPr>
            <a:spLocks noGrp="1"/>
          </p:cNvSpPr>
          <p:nvPr>
            <p:ph type="body" sz="quarter" idx="17"/>
          </p:nvPr>
        </p:nvSpPr>
        <p:spPr/>
        <p:txBody>
          <a:bodyPr/>
          <a:lstStyle/>
          <a:p>
            <a:endParaRPr lang="en-US"/>
          </a:p>
        </p:txBody>
      </p:sp>
      <p:sp>
        <p:nvSpPr>
          <p:cNvPr id="3" name="Picture Placeholder 2">
            <a:extLst>
              <a:ext uri="{FF2B5EF4-FFF2-40B4-BE49-F238E27FC236}">
                <a16:creationId xmlns:a16="http://schemas.microsoft.com/office/drawing/2014/main" id="{93B3DED5-5E0B-3C61-5F43-8301F9A5B0F9}"/>
              </a:ext>
            </a:extLst>
          </p:cNvPr>
          <p:cNvSpPr>
            <a:spLocks noGrp="1"/>
          </p:cNvSpPr>
          <p:nvPr>
            <p:ph type="pic" sz="quarter" idx="45"/>
          </p:nvPr>
        </p:nvSpPr>
        <p:spPr/>
        <p:txBody>
          <a:bodyPr/>
          <a:lstStyle/>
          <a:p>
            <a:endParaRPr lang="en-US"/>
          </a:p>
        </p:txBody>
      </p:sp>
      <p:sp>
        <p:nvSpPr>
          <p:cNvPr id="4" name="Picture Placeholder 3">
            <a:extLst>
              <a:ext uri="{FF2B5EF4-FFF2-40B4-BE49-F238E27FC236}">
                <a16:creationId xmlns:a16="http://schemas.microsoft.com/office/drawing/2014/main" id="{93D9F62B-0968-9075-642F-4BBD62F7B110}"/>
              </a:ext>
            </a:extLst>
          </p:cNvPr>
          <p:cNvSpPr>
            <a:spLocks noGrp="1"/>
          </p:cNvSpPr>
          <p:nvPr>
            <p:ph type="pic" sz="quarter" idx="46"/>
          </p:nvPr>
        </p:nvSpPr>
        <p:spPr/>
        <p:txBody>
          <a:bodyPr/>
          <a:lstStyle/>
          <a:p>
            <a:endParaRPr lang="en-US"/>
          </a:p>
        </p:txBody>
      </p:sp>
      <p:sp>
        <p:nvSpPr>
          <p:cNvPr id="5" name="Picture Placeholder 4">
            <a:extLst>
              <a:ext uri="{FF2B5EF4-FFF2-40B4-BE49-F238E27FC236}">
                <a16:creationId xmlns:a16="http://schemas.microsoft.com/office/drawing/2014/main" id="{B391DF5F-50B1-B42F-A138-7E37ADFE1C77}"/>
              </a:ext>
            </a:extLst>
          </p:cNvPr>
          <p:cNvSpPr>
            <a:spLocks noGrp="1"/>
          </p:cNvSpPr>
          <p:nvPr>
            <p:ph type="pic" sz="quarter" idx="47"/>
          </p:nvPr>
        </p:nvSpPr>
        <p:spPr/>
        <p:txBody>
          <a:bodyPr/>
          <a:lstStyle/>
          <a:p>
            <a:endParaRPr lang="en-US"/>
          </a:p>
        </p:txBody>
      </p:sp>
      <p:sp>
        <p:nvSpPr>
          <p:cNvPr id="6" name="Picture Placeholder 5">
            <a:extLst>
              <a:ext uri="{FF2B5EF4-FFF2-40B4-BE49-F238E27FC236}">
                <a16:creationId xmlns:a16="http://schemas.microsoft.com/office/drawing/2014/main" id="{3F06AD81-8532-AD4B-0214-D0F338F1A269}"/>
              </a:ext>
            </a:extLst>
          </p:cNvPr>
          <p:cNvSpPr>
            <a:spLocks noGrp="1"/>
          </p:cNvSpPr>
          <p:nvPr>
            <p:ph type="pic" sz="quarter" idx="48"/>
          </p:nvPr>
        </p:nvSpPr>
        <p:spPr/>
        <p:txBody>
          <a:bodyPr/>
          <a:lstStyle/>
          <a:p>
            <a:endParaRPr lang="en-US"/>
          </a:p>
        </p:txBody>
      </p:sp>
      <p:sp>
        <p:nvSpPr>
          <p:cNvPr id="7" name="Picture Placeholder 6">
            <a:extLst>
              <a:ext uri="{FF2B5EF4-FFF2-40B4-BE49-F238E27FC236}">
                <a16:creationId xmlns:a16="http://schemas.microsoft.com/office/drawing/2014/main" id="{F827650F-5545-1392-9766-D37E822BAD8B}"/>
              </a:ext>
            </a:extLst>
          </p:cNvPr>
          <p:cNvSpPr>
            <a:spLocks noGrp="1"/>
          </p:cNvSpPr>
          <p:nvPr>
            <p:ph type="pic" sz="quarter" idx="49"/>
          </p:nvPr>
        </p:nvSpPr>
        <p:spPr/>
        <p:txBody>
          <a:bodyPr/>
          <a:lstStyle/>
          <a:p>
            <a:endParaRPr lang="en-US"/>
          </a:p>
        </p:txBody>
      </p:sp>
      <p:sp>
        <p:nvSpPr>
          <p:cNvPr id="8" name="Slide Number Placeholder 4">
            <a:extLst>
              <a:ext uri="{FF2B5EF4-FFF2-40B4-BE49-F238E27FC236}">
                <a16:creationId xmlns:a16="http://schemas.microsoft.com/office/drawing/2014/main" id="{3D25C961-E874-94F4-085C-BCA72CFB614D}"/>
              </a:ext>
            </a:extLst>
          </p:cNvPr>
          <p:cNvSpPr>
            <a:spLocks noGrp="1"/>
          </p:cNvSpPr>
          <p:nvPr>
            <p:ph type="sldNum" sz="quarter" idx="13"/>
          </p:nvPr>
        </p:nvSpPr>
        <p:spPr>
          <a:xfrm>
            <a:off x="11491687" y="6290628"/>
            <a:ext cx="348343" cy="365125"/>
          </a:xfrm>
        </p:spPr>
        <p:txBody>
          <a:bodyPr/>
          <a:lstStyle/>
          <a:p>
            <a:fld id="{D5557E57-8FF5-498F-85CD-A04FA8F809F1}" type="slidenum">
              <a:rPr lang="en-US" smtClean="0"/>
              <a:pPr/>
              <a:t>23</a:t>
            </a:fld>
            <a:endParaRPr lang="en-US"/>
          </a:p>
        </p:txBody>
      </p:sp>
    </p:spTree>
    <p:extLst>
      <p:ext uri="{BB962C8B-B14F-4D97-AF65-F5344CB8AC3E}">
        <p14:creationId xmlns:p14="http://schemas.microsoft.com/office/powerpoint/2010/main" val="1203559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EAF4A2-11CF-7225-CA5D-A77DF5B56DA6}"/>
              </a:ext>
            </a:extLst>
          </p:cNvPr>
          <p:cNvSpPr/>
          <p:nvPr/>
        </p:nvSpPr>
        <p:spPr>
          <a:xfrm>
            <a:off x="9165771" y="4212770"/>
            <a:ext cx="3026229" cy="26452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374EBDE1-83A9-3E49-2482-40483620BE6A}"/>
              </a:ext>
            </a:extLst>
          </p:cNvPr>
          <p:cNvSpPr>
            <a:spLocks noGrp="1"/>
          </p:cNvSpPr>
          <p:nvPr>
            <p:ph type="body" sz="quarter" idx="17"/>
          </p:nvPr>
        </p:nvSpPr>
        <p:spPr/>
        <p:txBody>
          <a:bodyPr/>
          <a:lstStyle/>
          <a:p>
            <a:r>
              <a:rPr lang="en-US" sz="1800"/>
              <a:t>Four Seasons Hotel</a:t>
            </a:r>
          </a:p>
          <a:p>
            <a:r>
              <a:rPr lang="en-US"/>
              <a:t>Washington D.C.</a:t>
            </a:r>
          </a:p>
        </p:txBody>
      </p:sp>
      <p:pic>
        <p:nvPicPr>
          <p:cNvPr id="9" name="Picture Placeholder 8" descr="A group of chairs and a bench in a courtyard&#10;&#10;AI-generated content may be incorrect.">
            <a:extLst>
              <a:ext uri="{FF2B5EF4-FFF2-40B4-BE49-F238E27FC236}">
                <a16:creationId xmlns:a16="http://schemas.microsoft.com/office/drawing/2014/main" id="{7FEC470E-636A-A37F-A78D-1AFD13ED781C}"/>
              </a:ext>
            </a:extLst>
          </p:cNvPr>
          <p:cNvPicPr>
            <a:picLocks noGrp="1" noChangeAspect="1"/>
          </p:cNvPicPr>
          <p:nvPr>
            <p:ph type="pic" sz="quarter" idx="48"/>
          </p:nvPr>
        </p:nvPicPr>
        <p:blipFill>
          <a:blip r:embed="rId2" cstate="screen">
            <a:extLst>
              <a:ext uri="{28A0092B-C50C-407E-A947-70E740481C1C}">
                <a14:useLocalDpi xmlns:a14="http://schemas.microsoft.com/office/drawing/2010/main"/>
              </a:ext>
            </a:extLst>
          </a:blip>
          <a:srcRect t="-254"/>
          <a:stretch/>
        </p:blipFill>
        <p:spPr>
          <a:xfrm>
            <a:off x="-2008" y="-17406"/>
            <a:ext cx="9078598" cy="6875406"/>
          </a:xfrm>
        </p:spPr>
      </p:pic>
      <p:pic>
        <p:nvPicPr>
          <p:cNvPr id="11" name="Picture Placeholder 10" descr="A garden with flowers and a stone vase&#10;&#10;AI-generated content may be incorrect.">
            <a:extLst>
              <a:ext uri="{FF2B5EF4-FFF2-40B4-BE49-F238E27FC236}">
                <a16:creationId xmlns:a16="http://schemas.microsoft.com/office/drawing/2014/main" id="{FFF9E92F-6F9A-32CC-66A4-8953F8B5AF92}"/>
              </a:ext>
            </a:extLst>
          </p:cNvPr>
          <p:cNvPicPr>
            <a:picLocks noGrp="1" noChangeAspect="1"/>
          </p:cNvPicPr>
          <p:nvPr>
            <p:ph type="pic" sz="quarter" idx="49"/>
          </p:nvPr>
        </p:nvPicPr>
        <p:blipFill>
          <a:blip r:embed="rId3" cstate="screen">
            <a:extLst>
              <a:ext uri="{28A0092B-C50C-407E-A947-70E740481C1C}">
                <a14:useLocalDpi xmlns:a14="http://schemas.microsoft.com/office/drawing/2010/main"/>
              </a:ext>
            </a:extLst>
          </a:blip>
          <a:srcRect/>
          <a:stretch>
            <a:fillRect/>
          </a:stretch>
        </p:blipFill>
        <p:spPr/>
      </p:pic>
      <p:sp>
        <p:nvSpPr>
          <p:cNvPr id="3" name="Slide Number Placeholder 4">
            <a:extLst>
              <a:ext uri="{FF2B5EF4-FFF2-40B4-BE49-F238E27FC236}">
                <a16:creationId xmlns:a16="http://schemas.microsoft.com/office/drawing/2014/main" id="{41545D55-9C76-1403-9C16-5A603514954B}"/>
              </a:ext>
            </a:extLst>
          </p:cNvPr>
          <p:cNvSpPr>
            <a:spLocks noGrp="1"/>
          </p:cNvSpPr>
          <p:nvPr>
            <p:ph type="sldNum" sz="quarter" idx="13"/>
          </p:nvPr>
        </p:nvSpPr>
        <p:spPr>
          <a:xfrm>
            <a:off x="11491687" y="6290628"/>
            <a:ext cx="348343" cy="365125"/>
          </a:xfrm>
        </p:spPr>
        <p:txBody>
          <a:bodyPr/>
          <a:lstStyle/>
          <a:p>
            <a:fld id="{D5557E57-8FF5-498F-85CD-A04FA8F809F1}" type="slidenum">
              <a:rPr lang="en-US" smtClean="0"/>
              <a:pPr/>
              <a:t>24</a:t>
            </a:fld>
            <a:endParaRPr lang="en-US"/>
          </a:p>
        </p:txBody>
      </p:sp>
    </p:spTree>
    <p:extLst>
      <p:ext uri="{BB962C8B-B14F-4D97-AF65-F5344CB8AC3E}">
        <p14:creationId xmlns:p14="http://schemas.microsoft.com/office/powerpoint/2010/main" val="572050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FD82BC-60B2-668B-2FD7-97BD2C4457A2}"/>
              </a:ext>
            </a:extLst>
          </p:cNvPr>
          <p:cNvSpPr/>
          <p:nvPr/>
        </p:nvSpPr>
        <p:spPr>
          <a:xfrm>
            <a:off x="9165771" y="4212770"/>
            <a:ext cx="3026229" cy="264523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389B16C8-117D-88BD-5764-C448DFCD71AF}"/>
              </a:ext>
            </a:extLst>
          </p:cNvPr>
          <p:cNvSpPr>
            <a:spLocks noGrp="1"/>
          </p:cNvSpPr>
          <p:nvPr>
            <p:ph type="pic" sz="quarter" idx="48"/>
          </p:nvPr>
        </p:nvSpPr>
        <p:spPr/>
        <p:txBody>
          <a:bodyPr/>
          <a:lstStyle/>
          <a:p>
            <a:endParaRPr lang="en-US"/>
          </a:p>
        </p:txBody>
      </p:sp>
      <p:sp>
        <p:nvSpPr>
          <p:cNvPr id="4" name="Text Placeholder 3">
            <a:extLst>
              <a:ext uri="{FF2B5EF4-FFF2-40B4-BE49-F238E27FC236}">
                <a16:creationId xmlns:a16="http://schemas.microsoft.com/office/drawing/2014/main" id="{6A799EC7-B5AD-989C-58A9-EBFC8CF85D6E}"/>
              </a:ext>
            </a:extLst>
          </p:cNvPr>
          <p:cNvSpPr>
            <a:spLocks noGrp="1"/>
          </p:cNvSpPr>
          <p:nvPr>
            <p:ph type="body" sz="quarter" idx="17"/>
          </p:nvPr>
        </p:nvSpPr>
        <p:spPr/>
        <p:txBody>
          <a:bodyPr/>
          <a:lstStyle/>
          <a:p>
            <a:endParaRPr lang="en-US"/>
          </a:p>
        </p:txBody>
      </p:sp>
      <p:sp>
        <p:nvSpPr>
          <p:cNvPr id="6" name="Picture Placeholder 5">
            <a:extLst>
              <a:ext uri="{FF2B5EF4-FFF2-40B4-BE49-F238E27FC236}">
                <a16:creationId xmlns:a16="http://schemas.microsoft.com/office/drawing/2014/main" id="{007D7A19-B481-9B93-1DDA-A54856235E61}"/>
              </a:ext>
            </a:extLst>
          </p:cNvPr>
          <p:cNvSpPr>
            <a:spLocks noGrp="1"/>
          </p:cNvSpPr>
          <p:nvPr>
            <p:ph type="pic" sz="quarter" idx="49"/>
          </p:nvPr>
        </p:nvSpPr>
        <p:spPr/>
        <p:txBody>
          <a:bodyPr/>
          <a:lstStyle/>
          <a:p>
            <a:endParaRPr lang="en-US"/>
          </a:p>
        </p:txBody>
      </p:sp>
      <p:sp>
        <p:nvSpPr>
          <p:cNvPr id="2" name="Slide Number Placeholder 4">
            <a:extLst>
              <a:ext uri="{FF2B5EF4-FFF2-40B4-BE49-F238E27FC236}">
                <a16:creationId xmlns:a16="http://schemas.microsoft.com/office/drawing/2014/main" id="{6A03A578-9592-0D31-7778-144C4EF758EF}"/>
              </a:ext>
            </a:extLst>
          </p:cNvPr>
          <p:cNvSpPr>
            <a:spLocks noGrp="1"/>
          </p:cNvSpPr>
          <p:nvPr>
            <p:ph type="sldNum" sz="quarter" idx="13"/>
          </p:nvPr>
        </p:nvSpPr>
        <p:spPr>
          <a:xfrm>
            <a:off x="11491687" y="6290628"/>
            <a:ext cx="348343" cy="365125"/>
          </a:xfrm>
        </p:spPr>
        <p:txBody>
          <a:bodyPr/>
          <a:lstStyle/>
          <a:p>
            <a:fld id="{D5557E57-8FF5-498F-85CD-A04FA8F809F1}" type="slidenum">
              <a:rPr lang="en-US" smtClean="0"/>
              <a:pPr/>
              <a:t>25</a:t>
            </a:fld>
            <a:endParaRPr lang="en-US"/>
          </a:p>
        </p:txBody>
      </p:sp>
    </p:spTree>
    <p:extLst>
      <p:ext uri="{BB962C8B-B14F-4D97-AF65-F5344CB8AC3E}">
        <p14:creationId xmlns:p14="http://schemas.microsoft.com/office/powerpoint/2010/main" val="3401753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66576D-F406-E64B-5DF1-721EA2D347A2}"/>
              </a:ext>
            </a:extLst>
          </p:cNvPr>
          <p:cNvSpPr>
            <a:spLocks noGrp="1"/>
          </p:cNvSpPr>
          <p:nvPr>
            <p:ph type="title"/>
          </p:nvPr>
        </p:nvSpPr>
        <p:spPr/>
        <p:txBody>
          <a:bodyPr/>
          <a:lstStyle/>
          <a:p>
            <a:r>
              <a:rPr lang="en-US"/>
              <a:t>Nurturing Your Landscape</a:t>
            </a:r>
          </a:p>
        </p:txBody>
      </p:sp>
      <p:sp>
        <p:nvSpPr>
          <p:cNvPr id="8" name="Text Placeholder 7">
            <a:extLst>
              <a:ext uri="{FF2B5EF4-FFF2-40B4-BE49-F238E27FC236}">
                <a16:creationId xmlns:a16="http://schemas.microsoft.com/office/drawing/2014/main" id="{FEA0EFB9-7547-3C15-2855-4858CD5BDA5B}"/>
              </a:ext>
            </a:extLst>
          </p:cNvPr>
          <p:cNvSpPr>
            <a:spLocks noGrp="1"/>
          </p:cNvSpPr>
          <p:nvPr>
            <p:ph type="body" sz="quarter" idx="34"/>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 </a:t>
            </a:r>
            <a:r>
              <a:rPr lang="en-US" err="1"/>
              <a:t>si</a:t>
            </a:r>
            <a:r>
              <a:rPr lang="en-US"/>
              <a:t> </a:t>
            </a:r>
            <a:r>
              <a:rPr lang="en-US" err="1"/>
              <a:t>aborionsende</a:t>
            </a:r>
            <a:r>
              <a:rPr lang="en-US"/>
              <a:t> </a:t>
            </a:r>
            <a:r>
              <a:rPr lang="en-US" err="1"/>
              <a:t>vero</a:t>
            </a:r>
            <a:r>
              <a:rPr lang="en-US"/>
              <a:t> </a:t>
            </a:r>
            <a:r>
              <a:rPr lang="en-US" err="1"/>
              <a:t>tem</a:t>
            </a:r>
            <a:r>
              <a:rPr lang="en-US"/>
              <a:t> a </a:t>
            </a:r>
            <a:r>
              <a:rPr lang="en-US" err="1"/>
              <a:t>voluptati</a:t>
            </a:r>
            <a:r>
              <a:rPr lang="en-US"/>
              <a:t> </a:t>
            </a:r>
            <a:r>
              <a:rPr lang="en-US" err="1"/>
              <a:t>conserro</a:t>
            </a:r>
            <a:r>
              <a:rPr lang="en-US"/>
              <a:t> </a:t>
            </a:r>
            <a:r>
              <a:rPr lang="en-US" err="1"/>
              <a:t>magnit</a:t>
            </a:r>
            <a:r>
              <a:rPr lang="en-US"/>
              <a:t> </a:t>
            </a:r>
            <a:r>
              <a:rPr lang="en-US" err="1"/>
              <a:t>estis</a:t>
            </a:r>
            <a:r>
              <a:rPr lang="en-US"/>
              <a:t> </a:t>
            </a:r>
            <a:r>
              <a:rPr lang="en-US" err="1"/>
              <a:t>quis</a:t>
            </a:r>
            <a:r>
              <a:rPr lang="en-US"/>
              <a:t> </a:t>
            </a:r>
            <a:r>
              <a:rPr lang="en-US" err="1"/>
              <a:t>magnia</a:t>
            </a:r>
            <a:r>
              <a:rPr lang="en-US"/>
              <a:t> </a:t>
            </a:r>
            <a:r>
              <a:rPr lang="en-US" err="1"/>
              <a:t>aut</a:t>
            </a:r>
            <a:r>
              <a:rPr lang="en-US"/>
              <a:t> </a:t>
            </a:r>
            <a:r>
              <a:rPr lang="en-US" err="1"/>
              <a:t>modis</a:t>
            </a:r>
            <a:r>
              <a:rPr lang="en-US"/>
              <a:t> sum </a:t>
            </a:r>
            <a:r>
              <a:rPr lang="en-US" err="1"/>
              <a:t>quodis</a:t>
            </a:r>
            <a:r>
              <a:rPr lang="en-US"/>
              <a:t> </a:t>
            </a:r>
            <a:r>
              <a:rPr lang="en-US" err="1"/>
              <a:t>utem</a:t>
            </a:r>
            <a:r>
              <a:rPr lang="en-US"/>
              <a:t> et qui </a:t>
            </a:r>
            <a:r>
              <a:rPr lang="en-US" err="1"/>
              <a:t>ommoluptate</a:t>
            </a:r>
            <a:r>
              <a:rPr lang="en-US"/>
              <a:t> nus et </a:t>
            </a:r>
            <a:r>
              <a:rPr lang="en-US" err="1"/>
              <a:t>fuga</a:t>
            </a:r>
            <a:r>
              <a:rPr lang="en-US"/>
              <a:t>. </a:t>
            </a:r>
            <a:r>
              <a:rPr lang="en-US" err="1"/>
              <a:t>Drescipit</a:t>
            </a:r>
            <a:r>
              <a:rPr lang="en-US"/>
              <a:t> </a:t>
            </a:r>
            <a:r>
              <a:rPr lang="en-US" err="1"/>
              <a:t>plique</a:t>
            </a:r>
            <a:r>
              <a:rPr lang="en-US"/>
              <a:t> </a:t>
            </a:r>
            <a:r>
              <a:rPr lang="en-US" err="1"/>
              <a:t>sustrum</a:t>
            </a:r>
            <a:r>
              <a:rPr lang="en-US"/>
              <a:t> </a:t>
            </a:r>
            <a:r>
              <a:rPr lang="en-US" err="1"/>
              <a:t>quas</a:t>
            </a:r>
            <a:r>
              <a:rPr lang="en-US"/>
              <a:t> </a:t>
            </a:r>
            <a:r>
              <a:rPr lang="en-US" err="1"/>
              <a:t>seditem</a:t>
            </a:r>
            <a:r>
              <a:rPr lang="en-US"/>
              <a:t> </a:t>
            </a:r>
            <a:r>
              <a:rPr lang="en-US" err="1"/>
              <a:t>quia</a:t>
            </a:r>
            <a:r>
              <a:rPr lang="en-US"/>
              <a:t> </a:t>
            </a:r>
            <a:r>
              <a:rPr lang="en-US" err="1"/>
              <a:t>cus</a:t>
            </a:r>
            <a:r>
              <a:rPr lang="en-US"/>
              <a:t> </a:t>
            </a:r>
            <a:r>
              <a:rPr lang="en-US" err="1"/>
              <a:t>esequo</a:t>
            </a:r>
            <a:r>
              <a:rPr lang="en-US"/>
              <a:t> </a:t>
            </a:r>
            <a:r>
              <a:rPr lang="en-US" err="1"/>
              <a:t>quae</a:t>
            </a:r>
            <a:r>
              <a:rPr lang="en-US"/>
              <a:t> </a:t>
            </a:r>
            <a:r>
              <a:rPr lang="en-US" err="1"/>
              <a:t>dipieni</a:t>
            </a:r>
            <a:r>
              <a:rPr lang="en-US"/>
              <a:t> </a:t>
            </a:r>
            <a:r>
              <a:rPr lang="en-US" err="1"/>
              <a:t>taquam</a:t>
            </a:r>
            <a:r>
              <a:rPr lang="en-US"/>
              <a:t> </a:t>
            </a:r>
            <a:r>
              <a:rPr lang="en-US" err="1"/>
              <a:t>aliquis</a:t>
            </a:r>
            <a:r>
              <a:rPr lang="en-US"/>
              <a:t>. </a:t>
            </a:r>
          </a:p>
          <a:p>
            <a:endParaRPr lang="en-US"/>
          </a:p>
          <a:p>
            <a:r>
              <a:rPr lang="en-US" err="1"/>
              <a:t>Epeles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r>
              <a:rPr lang="en-US"/>
              <a:t>, </a:t>
            </a:r>
            <a:r>
              <a:rPr lang="en-US" err="1"/>
              <a:t>tet</a:t>
            </a:r>
            <a:r>
              <a:rPr lang="en-US"/>
              <a:t>, </a:t>
            </a:r>
            <a:r>
              <a:rPr lang="en-US" err="1"/>
              <a:t>coreste</a:t>
            </a:r>
            <a:r>
              <a:rPr lang="en-US"/>
              <a:t> </a:t>
            </a:r>
            <a:r>
              <a:rPr lang="en-US" err="1"/>
              <a:t>possimenia</a:t>
            </a:r>
            <a:r>
              <a:rPr lang="en-US"/>
              <a:t> </a:t>
            </a:r>
            <a:r>
              <a:rPr lang="en-US" err="1"/>
              <a:t>nectotatem</a:t>
            </a:r>
            <a:r>
              <a:rPr lang="en-US"/>
              <a:t> </a:t>
            </a:r>
            <a:r>
              <a:rPr lang="en-US" err="1"/>
              <a:t>veliquos</a:t>
            </a:r>
            <a:r>
              <a:rPr lang="en-US"/>
              <a:t> </a:t>
            </a:r>
            <a:r>
              <a:rPr lang="en-US" err="1"/>
              <a:t>sam</a:t>
            </a:r>
            <a:r>
              <a:rPr lang="en-US"/>
              <a:t> </a:t>
            </a:r>
            <a:r>
              <a:rPr lang="en-US" err="1"/>
              <a:t>idis</a:t>
            </a:r>
            <a:r>
              <a:rPr lang="en-US"/>
              <a:t> </a:t>
            </a:r>
            <a:r>
              <a:rPr lang="en-US" err="1"/>
              <a:t>aut</a:t>
            </a:r>
            <a:r>
              <a:rPr lang="en-US"/>
              <a:t> </a:t>
            </a:r>
            <a:r>
              <a:rPr lang="en-US" err="1"/>
              <a:t>liste</a:t>
            </a:r>
            <a:r>
              <a:rPr lang="en-US"/>
              <a:t> </a:t>
            </a:r>
            <a:r>
              <a:rPr lang="en-US" err="1"/>
              <a:t>porat</a:t>
            </a:r>
            <a:r>
              <a:rPr lang="en-US"/>
              <a:t>.</a:t>
            </a:r>
          </a:p>
        </p:txBody>
      </p:sp>
      <p:sp>
        <p:nvSpPr>
          <p:cNvPr id="7" name="Text Placeholder 6">
            <a:extLst>
              <a:ext uri="{FF2B5EF4-FFF2-40B4-BE49-F238E27FC236}">
                <a16:creationId xmlns:a16="http://schemas.microsoft.com/office/drawing/2014/main" id="{EA7999E0-AAAE-21DC-EBB8-359405FF2B79}"/>
              </a:ext>
            </a:extLst>
          </p:cNvPr>
          <p:cNvSpPr>
            <a:spLocks noGrp="1"/>
          </p:cNvSpPr>
          <p:nvPr>
            <p:ph type="body" sz="quarter" idx="17"/>
          </p:nvPr>
        </p:nvSpPr>
        <p:spPr/>
        <p:txBody>
          <a:bodyPr/>
          <a:lstStyle/>
          <a:p>
            <a:r>
              <a:rPr lang="en-US"/>
              <a:t>Add some additional information here like a specific call out or a quote to accompany the body copy.</a:t>
            </a:r>
          </a:p>
        </p:txBody>
      </p:sp>
      <p:pic>
        <p:nvPicPr>
          <p:cNvPr id="16" name="Picture Placeholder 15" descr="A garden with flowers and plants&#10;&#10;AI-generated content may be incorrect.">
            <a:extLst>
              <a:ext uri="{FF2B5EF4-FFF2-40B4-BE49-F238E27FC236}">
                <a16:creationId xmlns:a16="http://schemas.microsoft.com/office/drawing/2014/main" id="{D153EE97-C5A7-D15D-7244-F08B533CABF2}"/>
              </a:ext>
            </a:extLst>
          </p:cNvPr>
          <p:cNvPicPr>
            <a:picLocks noGrp="1" noChangeAspect="1"/>
          </p:cNvPicPr>
          <p:nvPr>
            <p:ph type="pic" sz="quarter" idx="45"/>
          </p:nvPr>
        </p:nvPicPr>
        <p:blipFill>
          <a:blip r:embed="rId2" cstate="screen">
            <a:extLst>
              <a:ext uri="{28A0092B-C50C-407E-A947-70E740481C1C}">
                <a14:useLocalDpi xmlns:a14="http://schemas.microsoft.com/office/drawing/2010/main"/>
              </a:ext>
            </a:extLst>
          </a:blip>
          <a:srcRect/>
          <a:stretch/>
        </p:blipFill>
        <p:spPr/>
      </p:pic>
      <p:sp>
        <p:nvSpPr>
          <p:cNvPr id="19" name="Slide Number Placeholder 5">
            <a:extLst>
              <a:ext uri="{FF2B5EF4-FFF2-40B4-BE49-F238E27FC236}">
                <a16:creationId xmlns:a16="http://schemas.microsoft.com/office/drawing/2014/main" id="{AFC59F78-6B9D-40DA-73AF-483C334F033C}"/>
              </a:ext>
            </a:extLst>
          </p:cNvPr>
          <p:cNvSpPr>
            <a:spLocks noGrp="1"/>
          </p:cNvSpPr>
          <p:nvPr>
            <p:ph type="sldNum" sz="quarter" idx="13"/>
          </p:nvPr>
        </p:nvSpPr>
        <p:spPr/>
        <p:txBody>
          <a:bodyPr/>
          <a:lstStyle>
            <a:lvl1pPr algn="l">
              <a:defRPr sz="1000" b="1">
                <a:solidFill>
                  <a:schemeClr val="bg1"/>
                </a:solidFill>
              </a:defRPr>
            </a:lvl1pPr>
          </a:lstStyle>
          <a:p>
            <a:fld id="{D5557E57-8FF5-498F-85CD-A04FA8F809F1}" type="slidenum">
              <a:rPr lang="en-US" smtClean="0"/>
              <a:pPr/>
              <a:t>26</a:t>
            </a:fld>
            <a:endParaRPr lang="en-US"/>
          </a:p>
        </p:txBody>
      </p:sp>
    </p:spTree>
    <p:extLst>
      <p:ext uri="{BB962C8B-B14F-4D97-AF65-F5344CB8AC3E}">
        <p14:creationId xmlns:p14="http://schemas.microsoft.com/office/powerpoint/2010/main" val="2256465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F204AC4-2C66-C355-DE49-38E753164478}"/>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2970D51B-AF8C-EA6B-11BD-764BFB6E4902}"/>
              </a:ext>
            </a:extLst>
          </p:cNvPr>
          <p:cNvSpPr>
            <a:spLocks noGrp="1"/>
          </p:cNvSpPr>
          <p:nvPr>
            <p:ph type="body" sz="quarter" idx="34"/>
          </p:nvPr>
        </p:nvSpPr>
        <p:spPr/>
        <p:txBody>
          <a:bodyPr/>
          <a:lstStyle/>
          <a:p>
            <a:endParaRPr lang="en-US"/>
          </a:p>
        </p:txBody>
      </p:sp>
      <p:sp>
        <p:nvSpPr>
          <p:cNvPr id="8" name="Text Placeholder 7">
            <a:extLst>
              <a:ext uri="{FF2B5EF4-FFF2-40B4-BE49-F238E27FC236}">
                <a16:creationId xmlns:a16="http://schemas.microsoft.com/office/drawing/2014/main" id="{C995DCEA-6D42-C5CA-FFFB-BC3770D346F7}"/>
              </a:ext>
            </a:extLst>
          </p:cNvPr>
          <p:cNvSpPr>
            <a:spLocks noGrp="1"/>
          </p:cNvSpPr>
          <p:nvPr>
            <p:ph type="body" sz="quarter" idx="17"/>
          </p:nvPr>
        </p:nvSpPr>
        <p:spPr/>
        <p:txBody>
          <a:bodyPr/>
          <a:lstStyle/>
          <a:p>
            <a:endParaRPr lang="en-US"/>
          </a:p>
        </p:txBody>
      </p:sp>
      <p:sp>
        <p:nvSpPr>
          <p:cNvPr id="10" name="Picture Placeholder 9">
            <a:extLst>
              <a:ext uri="{FF2B5EF4-FFF2-40B4-BE49-F238E27FC236}">
                <a16:creationId xmlns:a16="http://schemas.microsoft.com/office/drawing/2014/main" id="{538242E0-46AC-1DD5-1E00-EFE5BD759067}"/>
              </a:ext>
            </a:extLst>
          </p:cNvPr>
          <p:cNvSpPr>
            <a:spLocks noGrp="1"/>
          </p:cNvSpPr>
          <p:nvPr>
            <p:ph type="pic" sz="quarter" idx="45"/>
          </p:nvPr>
        </p:nvSpPr>
        <p:spPr/>
        <p:txBody>
          <a:bodyPr/>
          <a:lstStyle/>
          <a:p>
            <a:endParaRPr lang="en-US"/>
          </a:p>
        </p:txBody>
      </p:sp>
      <p:sp>
        <p:nvSpPr>
          <p:cNvPr id="6" name="Slide Number Placeholder 5">
            <a:extLst>
              <a:ext uri="{FF2B5EF4-FFF2-40B4-BE49-F238E27FC236}">
                <a16:creationId xmlns:a16="http://schemas.microsoft.com/office/drawing/2014/main" id="{5220AEAF-8C20-2D06-B3B6-C3E859F191A8}"/>
              </a:ext>
            </a:extLst>
          </p:cNvPr>
          <p:cNvSpPr>
            <a:spLocks noGrp="1"/>
          </p:cNvSpPr>
          <p:nvPr>
            <p:ph type="sldNum" sz="quarter" idx="13"/>
          </p:nvPr>
        </p:nvSpPr>
        <p:spPr/>
        <p:txBody>
          <a:bodyPr/>
          <a:lstStyle/>
          <a:p>
            <a:fld id="{D5557E57-8FF5-498F-85CD-A04FA8F809F1}" type="slidenum">
              <a:rPr lang="en-US" smtClean="0"/>
              <a:pPr/>
              <a:t>27</a:t>
            </a:fld>
            <a:endParaRPr lang="en-US"/>
          </a:p>
        </p:txBody>
      </p:sp>
    </p:spTree>
    <p:extLst>
      <p:ext uri="{BB962C8B-B14F-4D97-AF65-F5344CB8AC3E}">
        <p14:creationId xmlns:p14="http://schemas.microsoft.com/office/powerpoint/2010/main" val="2548276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232766-5BC4-109E-9BF2-6C1ADE5D43BA}"/>
              </a:ext>
            </a:extLst>
          </p:cNvPr>
          <p:cNvSpPr>
            <a:spLocks noGrp="1"/>
          </p:cNvSpPr>
          <p:nvPr>
            <p:ph type="sldNum" sz="quarter" idx="13"/>
          </p:nvPr>
        </p:nvSpPr>
        <p:spPr/>
        <p:txBody>
          <a:bodyPr/>
          <a:lstStyle/>
          <a:p>
            <a:fld id="{D5557E57-8FF5-498F-85CD-A04FA8F809F1}" type="slidenum">
              <a:rPr lang="en-US" smtClean="0"/>
              <a:pPr/>
              <a:t>28</a:t>
            </a:fld>
            <a:endParaRPr lang="en-US"/>
          </a:p>
        </p:txBody>
      </p:sp>
      <p:sp>
        <p:nvSpPr>
          <p:cNvPr id="4" name="Title 3">
            <a:extLst>
              <a:ext uri="{FF2B5EF4-FFF2-40B4-BE49-F238E27FC236}">
                <a16:creationId xmlns:a16="http://schemas.microsoft.com/office/drawing/2014/main" id="{D97838A8-2C58-90F0-EE90-ACF26EA21829}"/>
              </a:ext>
            </a:extLst>
          </p:cNvPr>
          <p:cNvSpPr>
            <a:spLocks noGrp="1"/>
          </p:cNvSpPr>
          <p:nvPr>
            <p:ph type="title"/>
          </p:nvPr>
        </p:nvSpPr>
        <p:spPr/>
        <p:txBody>
          <a:bodyPr/>
          <a:lstStyle/>
          <a:p>
            <a:r>
              <a:rPr lang="en-US"/>
              <a:t>Nurturing Your Landscape</a:t>
            </a:r>
          </a:p>
        </p:txBody>
      </p:sp>
      <p:sp>
        <p:nvSpPr>
          <p:cNvPr id="5" name="Text Placeholder 4">
            <a:extLst>
              <a:ext uri="{FF2B5EF4-FFF2-40B4-BE49-F238E27FC236}">
                <a16:creationId xmlns:a16="http://schemas.microsoft.com/office/drawing/2014/main" id="{35189131-BC93-D1BC-7ED0-ECAEF0F6FF7E}"/>
              </a:ext>
            </a:extLst>
          </p:cNvPr>
          <p:cNvSpPr>
            <a:spLocks noGrp="1"/>
          </p:cNvSpPr>
          <p:nvPr>
            <p:ph type="body" sz="quarter" idx="34"/>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 </a:t>
            </a:r>
            <a:r>
              <a:rPr lang="en-US" err="1"/>
              <a:t>si</a:t>
            </a:r>
            <a:r>
              <a:rPr lang="en-US"/>
              <a:t> </a:t>
            </a:r>
            <a:r>
              <a:rPr lang="en-US" err="1"/>
              <a:t>aborionsende</a:t>
            </a:r>
            <a:r>
              <a:rPr lang="en-US"/>
              <a:t> </a:t>
            </a:r>
            <a:r>
              <a:rPr lang="en-US" err="1"/>
              <a:t>vero</a:t>
            </a:r>
            <a:r>
              <a:rPr lang="en-US"/>
              <a:t> </a:t>
            </a:r>
            <a:r>
              <a:rPr lang="en-US" err="1"/>
              <a:t>tem</a:t>
            </a:r>
            <a:r>
              <a:rPr lang="en-US"/>
              <a:t> a </a:t>
            </a:r>
            <a:r>
              <a:rPr lang="en-US" err="1"/>
              <a:t>voluptati</a:t>
            </a:r>
            <a:r>
              <a:rPr lang="en-US"/>
              <a:t> </a:t>
            </a:r>
            <a:r>
              <a:rPr lang="en-US" err="1"/>
              <a:t>conserro</a:t>
            </a:r>
            <a:r>
              <a:rPr lang="en-US"/>
              <a:t> </a:t>
            </a:r>
            <a:r>
              <a:rPr lang="en-US" err="1"/>
              <a:t>magnit</a:t>
            </a:r>
            <a:r>
              <a:rPr lang="en-US"/>
              <a:t> </a:t>
            </a:r>
            <a:r>
              <a:rPr lang="en-US" err="1"/>
              <a:t>estis</a:t>
            </a:r>
            <a:r>
              <a:rPr lang="en-US"/>
              <a:t> </a:t>
            </a:r>
            <a:r>
              <a:rPr lang="en-US" err="1"/>
              <a:t>quis</a:t>
            </a:r>
            <a:r>
              <a:rPr lang="en-US"/>
              <a:t> </a:t>
            </a:r>
            <a:r>
              <a:rPr lang="en-US" err="1"/>
              <a:t>magnia</a:t>
            </a:r>
            <a:r>
              <a:rPr lang="en-US"/>
              <a:t> </a:t>
            </a:r>
            <a:r>
              <a:rPr lang="en-US" err="1"/>
              <a:t>aut</a:t>
            </a:r>
            <a:r>
              <a:rPr lang="en-US"/>
              <a:t> </a:t>
            </a:r>
            <a:r>
              <a:rPr lang="en-US" err="1"/>
              <a:t>modis</a:t>
            </a:r>
            <a:r>
              <a:rPr lang="en-US"/>
              <a:t> sum </a:t>
            </a:r>
            <a:r>
              <a:rPr lang="en-US" err="1"/>
              <a:t>quodis</a:t>
            </a:r>
            <a:r>
              <a:rPr lang="en-US"/>
              <a:t> </a:t>
            </a:r>
            <a:r>
              <a:rPr lang="en-US" err="1"/>
              <a:t>utem</a:t>
            </a:r>
            <a:r>
              <a:rPr lang="en-US"/>
              <a:t> et qui </a:t>
            </a:r>
            <a:r>
              <a:rPr lang="en-US" err="1"/>
              <a:t>ommoluptate</a:t>
            </a:r>
            <a:r>
              <a:rPr lang="en-US"/>
              <a:t> nus et </a:t>
            </a:r>
            <a:r>
              <a:rPr lang="en-US" err="1"/>
              <a:t>fuga</a:t>
            </a:r>
            <a:r>
              <a:rPr lang="en-US"/>
              <a:t>. </a:t>
            </a:r>
            <a:r>
              <a:rPr lang="en-US" err="1"/>
              <a:t>Drescipit</a:t>
            </a:r>
            <a:r>
              <a:rPr lang="en-US"/>
              <a:t> </a:t>
            </a:r>
            <a:r>
              <a:rPr lang="en-US" err="1"/>
              <a:t>plique</a:t>
            </a:r>
            <a:r>
              <a:rPr lang="en-US"/>
              <a:t> </a:t>
            </a:r>
            <a:r>
              <a:rPr lang="en-US" err="1"/>
              <a:t>sustrum</a:t>
            </a:r>
            <a:r>
              <a:rPr lang="en-US"/>
              <a:t> </a:t>
            </a:r>
            <a:r>
              <a:rPr lang="en-US" err="1"/>
              <a:t>quas</a:t>
            </a:r>
            <a:r>
              <a:rPr lang="en-US"/>
              <a:t> </a:t>
            </a:r>
            <a:r>
              <a:rPr lang="en-US" err="1"/>
              <a:t>seditem</a:t>
            </a:r>
            <a:r>
              <a:rPr lang="en-US"/>
              <a:t> </a:t>
            </a:r>
            <a:r>
              <a:rPr lang="en-US" err="1"/>
              <a:t>quia</a:t>
            </a:r>
            <a:r>
              <a:rPr lang="en-US"/>
              <a:t> </a:t>
            </a:r>
            <a:r>
              <a:rPr lang="en-US" err="1"/>
              <a:t>cus</a:t>
            </a:r>
            <a:r>
              <a:rPr lang="en-US"/>
              <a:t> </a:t>
            </a:r>
            <a:r>
              <a:rPr lang="en-US" err="1"/>
              <a:t>esequo</a:t>
            </a:r>
            <a:r>
              <a:rPr lang="en-US"/>
              <a:t> </a:t>
            </a:r>
            <a:r>
              <a:rPr lang="en-US" err="1"/>
              <a:t>quae</a:t>
            </a:r>
            <a:r>
              <a:rPr lang="en-US"/>
              <a:t> </a:t>
            </a:r>
            <a:r>
              <a:rPr lang="en-US" err="1"/>
              <a:t>dipieni</a:t>
            </a:r>
            <a:r>
              <a:rPr lang="en-US"/>
              <a:t> </a:t>
            </a:r>
            <a:r>
              <a:rPr lang="en-US" err="1"/>
              <a:t>taquam</a:t>
            </a:r>
            <a:r>
              <a:rPr lang="en-US"/>
              <a:t> </a:t>
            </a:r>
            <a:r>
              <a:rPr lang="en-US" err="1"/>
              <a:t>aliquis</a:t>
            </a:r>
            <a:r>
              <a:rPr lang="en-US"/>
              <a:t>. </a:t>
            </a:r>
          </a:p>
          <a:p>
            <a:endParaRPr lang="en-US"/>
          </a:p>
          <a:p>
            <a:r>
              <a:rPr lang="en-US" err="1"/>
              <a:t>Epeles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r>
              <a:rPr lang="en-US"/>
              <a:t>, </a:t>
            </a:r>
            <a:r>
              <a:rPr lang="en-US" err="1"/>
              <a:t>tet</a:t>
            </a:r>
            <a:r>
              <a:rPr lang="en-US"/>
              <a:t>, </a:t>
            </a:r>
            <a:r>
              <a:rPr lang="en-US" err="1"/>
              <a:t>coreste</a:t>
            </a:r>
            <a:r>
              <a:rPr lang="en-US"/>
              <a:t> </a:t>
            </a:r>
            <a:r>
              <a:rPr lang="en-US" err="1"/>
              <a:t>possimenia</a:t>
            </a:r>
            <a:r>
              <a:rPr lang="en-US"/>
              <a:t> </a:t>
            </a:r>
            <a:r>
              <a:rPr lang="en-US" err="1"/>
              <a:t>nectotatem</a:t>
            </a:r>
            <a:r>
              <a:rPr lang="en-US"/>
              <a:t> </a:t>
            </a:r>
            <a:r>
              <a:rPr lang="en-US" err="1"/>
              <a:t>veliquos</a:t>
            </a:r>
            <a:r>
              <a:rPr lang="en-US"/>
              <a:t> </a:t>
            </a:r>
            <a:r>
              <a:rPr lang="en-US" err="1"/>
              <a:t>sam</a:t>
            </a:r>
            <a:r>
              <a:rPr lang="en-US"/>
              <a:t> </a:t>
            </a:r>
            <a:r>
              <a:rPr lang="en-US" err="1"/>
              <a:t>idis</a:t>
            </a:r>
            <a:r>
              <a:rPr lang="en-US"/>
              <a:t> </a:t>
            </a:r>
            <a:r>
              <a:rPr lang="en-US" err="1"/>
              <a:t>aut</a:t>
            </a:r>
            <a:r>
              <a:rPr lang="en-US"/>
              <a:t> </a:t>
            </a:r>
            <a:r>
              <a:rPr lang="en-US" err="1"/>
              <a:t>liste</a:t>
            </a:r>
            <a:r>
              <a:rPr lang="en-US"/>
              <a:t> </a:t>
            </a:r>
            <a:r>
              <a:rPr lang="en-US" err="1"/>
              <a:t>porat</a:t>
            </a:r>
            <a:r>
              <a:rPr lang="en-US"/>
              <a:t>.</a:t>
            </a:r>
          </a:p>
        </p:txBody>
      </p:sp>
      <p:sp>
        <p:nvSpPr>
          <p:cNvPr id="3" name="Text Placeholder 2">
            <a:extLst>
              <a:ext uri="{FF2B5EF4-FFF2-40B4-BE49-F238E27FC236}">
                <a16:creationId xmlns:a16="http://schemas.microsoft.com/office/drawing/2014/main" id="{CC044BEC-DAF2-735F-1AD3-2A6620CBF8D1}"/>
              </a:ext>
            </a:extLst>
          </p:cNvPr>
          <p:cNvSpPr>
            <a:spLocks noGrp="1"/>
          </p:cNvSpPr>
          <p:nvPr>
            <p:ph type="body" sz="quarter" idx="17"/>
          </p:nvPr>
        </p:nvSpPr>
        <p:spPr/>
        <p:txBody>
          <a:bodyPr>
            <a:normAutofit/>
          </a:bodyPr>
          <a:lstStyle/>
          <a:p>
            <a:r>
              <a:rPr lang="en-US"/>
              <a:t>Add some additional information here like a specific call out or a quote to accompany the body copy.</a:t>
            </a:r>
          </a:p>
        </p:txBody>
      </p:sp>
      <p:pic>
        <p:nvPicPr>
          <p:cNvPr id="16" name="Picture Placeholder 15" descr="Purple flowers with yellow center&#10;&#10;AI-generated content may be incorrect.">
            <a:extLst>
              <a:ext uri="{FF2B5EF4-FFF2-40B4-BE49-F238E27FC236}">
                <a16:creationId xmlns:a16="http://schemas.microsoft.com/office/drawing/2014/main" id="{5CA325B6-90BF-1103-7FB7-4F2E420E487C}"/>
              </a:ext>
            </a:extLst>
          </p:cNvPr>
          <p:cNvPicPr>
            <a:picLocks noGrp="1" noChangeAspect="1"/>
          </p:cNvPicPr>
          <p:nvPr>
            <p:ph type="pic" sz="quarter" idx="45"/>
          </p:nvPr>
        </p:nvPicPr>
        <p:blipFill>
          <a:blip r:embed="rId2" cstate="screen">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1672616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FB42D-6CA2-AC81-63FF-70252C465836}"/>
              </a:ext>
            </a:extLst>
          </p:cNvPr>
          <p:cNvSpPr>
            <a:spLocks noGrp="1"/>
          </p:cNvSpPr>
          <p:nvPr>
            <p:ph type="sldNum" sz="quarter" idx="13"/>
          </p:nvPr>
        </p:nvSpPr>
        <p:spPr/>
        <p:txBody>
          <a:bodyPr/>
          <a:lstStyle/>
          <a:p>
            <a:fld id="{D5557E57-8FF5-498F-85CD-A04FA8F809F1}" type="slidenum">
              <a:rPr lang="en-US" smtClean="0"/>
              <a:pPr/>
              <a:t>29</a:t>
            </a:fld>
            <a:endParaRPr lang="en-US"/>
          </a:p>
        </p:txBody>
      </p:sp>
      <p:sp>
        <p:nvSpPr>
          <p:cNvPr id="3" name="Title 2">
            <a:extLst>
              <a:ext uri="{FF2B5EF4-FFF2-40B4-BE49-F238E27FC236}">
                <a16:creationId xmlns:a16="http://schemas.microsoft.com/office/drawing/2014/main" id="{B57D7493-1FC0-ECF8-0710-CD1642AB512F}"/>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712DFD44-C0E7-D93E-1E88-092909A987E2}"/>
              </a:ext>
            </a:extLst>
          </p:cNvPr>
          <p:cNvSpPr>
            <a:spLocks noGrp="1"/>
          </p:cNvSpPr>
          <p:nvPr>
            <p:ph type="body" sz="quarter" idx="34"/>
          </p:nvPr>
        </p:nvSpPr>
        <p:spPr/>
        <p:txBody>
          <a:bodyPr/>
          <a:lstStyle/>
          <a:p>
            <a:endParaRPr lang="en-US"/>
          </a:p>
        </p:txBody>
      </p:sp>
      <p:sp>
        <p:nvSpPr>
          <p:cNvPr id="4" name="Text Placeholder 3">
            <a:extLst>
              <a:ext uri="{FF2B5EF4-FFF2-40B4-BE49-F238E27FC236}">
                <a16:creationId xmlns:a16="http://schemas.microsoft.com/office/drawing/2014/main" id="{6F902C14-2CEE-5994-AB80-E588F4C8CC19}"/>
              </a:ext>
            </a:extLst>
          </p:cNvPr>
          <p:cNvSpPr>
            <a:spLocks noGrp="1"/>
          </p:cNvSpPr>
          <p:nvPr>
            <p:ph type="body" sz="quarter" idx="17"/>
          </p:nvPr>
        </p:nvSpPr>
        <p:spPr/>
        <p:txBody>
          <a:bodyPr/>
          <a:lstStyle/>
          <a:p>
            <a:endParaRPr lang="en-US"/>
          </a:p>
        </p:txBody>
      </p:sp>
      <p:sp>
        <p:nvSpPr>
          <p:cNvPr id="6" name="Picture Placeholder 5">
            <a:extLst>
              <a:ext uri="{FF2B5EF4-FFF2-40B4-BE49-F238E27FC236}">
                <a16:creationId xmlns:a16="http://schemas.microsoft.com/office/drawing/2014/main" id="{6649395F-165E-FF9D-09D8-F326E31CE742}"/>
              </a:ext>
            </a:extLst>
          </p:cNvPr>
          <p:cNvSpPr>
            <a:spLocks noGrp="1"/>
          </p:cNvSpPr>
          <p:nvPr>
            <p:ph type="pic" sz="quarter" idx="45"/>
          </p:nvPr>
        </p:nvSpPr>
        <p:spPr/>
        <p:txBody>
          <a:bodyPr/>
          <a:lstStyle/>
          <a:p>
            <a:endParaRPr lang="en-US"/>
          </a:p>
        </p:txBody>
      </p:sp>
    </p:spTree>
    <p:extLst>
      <p:ext uri="{BB962C8B-B14F-4D97-AF65-F5344CB8AC3E}">
        <p14:creationId xmlns:p14="http://schemas.microsoft.com/office/powerpoint/2010/main" val="2042510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C0B0B2-3474-B6AE-0737-156647A23ADD}"/>
              </a:ext>
            </a:extLst>
          </p:cNvPr>
          <p:cNvSpPr>
            <a:spLocks noGrp="1"/>
          </p:cNvSpPr>
          <p:nvPr>
            <p:ph type="sldNum" sz="quarter" idx="13"/>
          </p:nvPr>
        </p:nvSpPr>
        <p:spPr/>
        <p:txBody>
          <a:bodyPr/>
          <a:lstStyle/>
          <a:p>
            <a:fld id="{D5557E57-8FF5-498F-85CD-A04FA8F809F1}" type="slidenum">
              <a:rPr lang="en-US" smtClean="0"/>
              <a:pPr/>
              <a:t>30</a:t>
            </a:fld>
            <a:endParaRPr lang="en-US"/>
          </a:p>
        </p:txBody>
      </p:sp>
      <p:sp>
        <p:nvSpPr>
          <p:cNvPr id="3" name="Title 2">
            <a:extLst>
              <a:ext uri="{FF2B5EF4-FFF2-40B4-BE49-F238E27FC236}">
                <a16:creationId xmlns:a16="http://schemas.microsoft.com/office/drawing/2014/main" id="{C775D2B7-036F-C1AD-A99E-962703AD996A}"/>
              </a:ext>
            </a:extLst>
          </p:cNvPr>
          <p:cNvSpPr>
            <a:spLocks noGrp="1"/>
          </p:cNvSpPr>
          <p:nvPr>
            <p:ph type="title"/>
          </p:nvPr>
        </p:nvSpPr>
        <p:spPr/>
        <p:txBody>
          <a:bodyPr/>
          <a:lstStyle/>
          <a:p>
            <a:r>
              <a:rPr lang="en-US"/>
              <a:t>Nurturing Your Landscape</a:t>
            </a:r>
          </a:p>
        </p:txBody>
      </p:sp>
      <p:sp>
        <p:nvSpPr>
          <p:cNvPr id="4" name="Text Placeholder 3">
            <a:extLst>
              <a:ext uri="{FF2B5EF4-FFF2-40B4-BE49-F238E27FC236}">
                <a16:creationId xmlns:a16="http://schemas.microsoft.com/office/drawing/2014/main" id="{2B22BFE4-E14D-8CF7-FD65-C2A8B15F05AE}"/>
              </a:ext>
            </a:extLst>
          </p:cNvPr>
          <p:cNvSpPr>
            <a:spLocks noGrp="1"/>
          </p:cNvSpPr>
          <p:nvPr>
            <p:ph type="body" sz="quarter" idx="34"/>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 </a:t>
            </a:r>
            <a:r>
              <a:rPr lang="en-US" err="1"/>
              <a:t>si</a:t>
            </a:r>
            <a:r>
              <a:rPr lang="en-US"/>
              <a:t> </a:t>
            </a:r>
            <a:r>
              <a:rPr lang="en-US" err="1"/>
              <a:t>aborionsende</a:t>
            </a:r>
            <a:r>
              <a:rPr lang="en-US"/>
              <a:t> </a:t>
            </a:r>
            <a:r>
              <a:rPr lang="en-US" err="1"/>
              <a:t>vero</a:t>
            </a:r>
            <a:r>
              <a:rPr lang="en-US"/>
              <a:t> </a:t>
            </a:r>
            <a:r>
              <a:rPr lang="en-US" err="1"/>
              <a:t>tem</a:t>
            </a:r>
            <a:r>
              <a:rPr lang="en-US"/>
              <a:t> a </a:t>
            </a:r>
            <a:r>
              <a:rPr lang="en-US" err="1"/>
              <a:t>voluptati</a:t>
            </a:r>
            <a:r>
              <a:rPr lang="en-US"/>
              <a:t> </a:t>
            </a:r>
            <a:r>
              <a:rPr lang="en-US" err="1"/>
              <a:t>conserro</a:t>
            </a:r>
            <a:r>
              <a:rPr lang="en-US"/>
              <a:t> </a:t>
            </a:r>
            <a:r>
              <a:rPr lang="en-US" err="1"/>
              <a:t>magnit</a:t>
            </a:r>
            <a:r>
              <a:rPr lang="en-US"/>
              <a:t> </a:t>
            </a:r>
            <a:r>
              <a:rPr lang="en-US" err="1"/>
              <a:t>estis</a:t>
            </a:r>
            <a:r>
              <a:rPr lang="en-US"/>
              <a:t> </a:t>
            </a:r>
            <a:r>
              <a:rPr lang="en-US" err="1"/>
              <a:t>quis</a:t>
            </a:r>
            <a:r>
              <a:rPr lang="en-US"/>
              <a:t> </a:t>
            </a:r>
            <a:r>
              <a:rPr lang="en-US" err="1"/>
              <a:t>magnia</a:t>
            </a:r>
            <a:r>
              <a:rPr lang="en-US"/>
              <a:t> </a:t>
            </a:r>
            <a:r>
              <a:rPr lang="en-US" err="1"/>
              <a:t>aut</a:t>
            </a:r>
            <a:r>
              <a:rPr lang="en-US"/>
              <a:t> </a:t>
            </a:r>
            <a:r>
              <a:rPr lang="en-US" err="1"/>
              <a:t>modis</a:t>
            </a:r>
            <a:r>
              <a:rPr lang="en-US"/>
              <a:t> sum </a:t>
            </a:r>
            <a:r>
              <a:rPr lang="en-US" err="1"/>
              <a:t>quodis</a:t>
            </a:r>
            <a:r>
              <a:rPr lang="en-US"/>
              <a:t> </a:t>
            </a:r>
            <a:r>
              <a:rPr lang="en-US" err="1"/>
              <a:t>utem</a:t>
            </a:r>
            <a:r>
              <a:rPr lang="en-US"/>
              <a:t> et qui </a:t>
            </a:r>
            <a:r>
              <a:rPr lang="en-US" err="1"/>
              <a:t>ommoluptate</a:t>
            </a:r>
            <a:r>
              <a:rPr lang="en-US"/>
              <a:t> nus et </a:t>
            </a:r>
            <a:r>
              <a:rPr lang="en-US" err="1"/>
              <a:t>fuga</a:t>
            </a:r>
            <a:r>
              <a:rPr lang="en-US"/>
              <a:t>. </a:t>
            </a:r>
            <a:r>
              <a:rPr lang="en-US" err="1"/>
              <a:t>Drescipit</a:t>
            </a:r>
            <a:r>
              <a:rPr lang="en-US"/>
              <a:t> </a:t>
            </a:r>
            <a:r>
              <a:rPr lang="en-US" err="1"/>
              <a:t>plique</a:t>
            </a:r>
            <a:r>
              <a:rPr lang="en-US"/>
              <a:t> </a:t>
            </a:r>
            <a:r>
              <a:rPr lang="en-US" err="1"/>
              <a:t>sustrum</a:t>
            </a:r>
            <a:r>
              <a:rPr lang="en-US"/>
              <a:t> </a:t>
            </a:r>
            <a:r>
              <a:rPr lang="en-US" err="1"/>
              <a:t>quas</a:t>
            </a:r>
            <a:r>
              <a:rPr lang="en-US"/>
              <a:t> </a:t>
            </a:r>
            <a:r>
              <a:rPr lang="en-US" err="1"/>
              <a:t>seditem</a:t>
            </a:r>
            <a:r>
              <a:rPr lang="en-US"/>
              <a:t> </a:t>
            </a:r>
            <a:r>
              <a:rPr lang="en-US" err="1"/>
              <a:t>quia</a:t>
            </a:r>
            <a:r>
              <a:rPr lang="en-US"/>
              <a:t> </a:t>
            </a:r>
            <a:r>
              <a:rPr lang="en-US" err="1"/>
              <a:t>cus</a:t>
            </a:r>
            <a:r>
              <a:rPr lang="en-US"/>
              <a:t> </a:t>
            </a:r>
            <a:r>
              <a:rPr lang="en-US" err="1"/>
              <a:t>esequo</a:t>
            </a:r>
            <a:r>
              <a:rPr lang="en-US"/>
              <a:t> </a:t>
            </a:r>
            <a:r>
              <a:rPr lang="en-US" err="1"/>
              <a:t>quae</a:t>
            </a:r>
            <a:r>
              <a:rPr lang="en-US"/>
              <a:t> </a:t>
            </a:r>
            <a:r>
              <a:rPr lang="en-US" err="1"/>
              <a:t>dipieni</a:t>
            </a:r>
            <a:r>
              <a:rPr lang="en-US"/>
              <a:t> </a:t>
            </a:r>
            <a:r>
              <a:rPr lang="en-US" err="1"/>
              <a:t>taquam</a:t>
            </a:r>
            <a:r>
              <a:rPr lang="en-US"/>
              <a:t> </a:t>
            </a:r>
            <a:r>
              <a:rPr lang="en-US" err="1"/>
              <a:t>aliquis</a:t>
            </a:r>
            <a:r>
              <a:rPr lang="en-US"/>
              <a:t>. </a:t>
            </a:r>
          </a:p>
          <a:p>
            <a:endParaRPr lang="en-US"/>
          </a:p>
          <a:p>
            <a:r>
              <a:rPr lang="en-US" err="1"/>
              <a:t>Epeles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r>
              <a:rPr lang="en-US"/>
              <a:t>, </a:t>
            </a:r>
            <a:r>
              <a:rPr lang="en-US" err="1"/>
              <a:t>tet</a:t>
            </a:r>
            <a:r>
              <a:rPr lang="en-US"/>
              <a:t>, </a:t>
            </a:r>
            <a:r>
              <a:rPr lang="en-US" err="1"/>
              <a:t>coreste</a:t>
            </a:r>
            <a:r>
              <a:rPr lang="en-US"/>
              <a:t> </a:t>
            </a:r>
            <a:r>
              <a:rPr lang="en-US" err="1"/>
              <a:t>possimenia</a:t>
            </a:r>
            <a:r>
              <a:rPr lang="en-US"/>
              <a:t> </a:t>
            </a:r>
            <a:r>
              <a:rPr lang="en-US" err="1"/>
              <a:t>nectotatem</a:t>
            </a:r>
            <a:r>
              <a:rPr lang="en-US"/>
              <a:t> </a:t>
            </a:r>
            <a:r>
              <a:rPr lang="en-US" err="1"/>
              <a:t>veliquos</a:t>
            </a:r>
            <a:r>
              <a:rPr lang="en-US"/>
              <a:t> </a:t>
            </a:r>
            <a:r>
              <a:rPr lang="en-US" err="1"/>
              <a:t>sam</a:t>
            </a:r>
            <a:r>
              <a:rPr lang="en-US"/>
              <a:t> </a:t>
            </a:r>
            <a:r>
              <a:rPr lang="en-US" err="1"/>
              <a:t>idis</a:t>
            </a:r>
            <a:r>
              <a:rPr lang="en-US"/>
              <a:t> </a:t>
            </a:r>
            <a:r>
              <a:rPr lang="en-US" err="1"/>
              <a:t>aut</a:t>
            </a:r>
            <a:r>
              <a:rPr lang="en-US"/>
              <a:t> </a:t>
            </a:r>
            <a:r>
              <a:rPr lang="en-US" err="1"/>
              <a:t>liste</a:t>
            </a:r>
            <a:r>
              <a:rPr lang="en-US"/>
              <a:t> </a:t>
            </a:r>
            <a:r>
              <a:rPr lang="en-US" err="1"/>
              <a:t>porat</a:t>
            </a:r>
            <a:r>
              <a:rPr lang="en-US"/>
              <a:t>.</a:t>
            </a:r>
          </a:p>
        </p:txBody>
      </p:sp>
      <p:sp>
        <p:nvSpPr>
          <p:cNvPr id="18" name="Text Placeholder 17">
            <a:extLst>
              <a:ext uri="{FF2B5EF4-FFF2-40B4-BE49-F238E27FC236}">
                <a16:creationId xmlns:a16="http://schemas.microsoft.com/office/drawing/2014/main" id="{DE54B6E3-E128-36AE-AD16-86E7F7DB0DD8}"/>
              </a:ext>
            </a:extLst>
          </p:cNvPr>
          <p:cNvSpPr>
            <a:spLocks noGrp="1"/>
          </p:cNvSpPr>
          <p:nvPr>
            <p:ph type="body" sz="quarter" idx="17"/>
          </p:nvPr>
        </p:nvSpPr>
        <p:spPr/>
        <p:txBody>
          <a:bodyPr/>
          <a:lstStyle/>
          <a:p>
            <a:r>
              <a:rPr lang="en-US"/>
              <a:t>Add some additional information here like a specific call out or a quote to accompany the body copy.</a:t>
            </a:r>
          </a:p>
        </p:txBody>
      </p:sp>
      <p:pic>
        <p:nvPicPr>
          <p:cNvPr id="21" name="Picture Placeholder 20" descr="A butterfly on a flower&#10;&#10;AI-generated content may be incorrect.">
            <a:extLst>
              <a:ext uri="{FF2B5EF4-FFF2-40B4-BE49-F238E27FC236}">
                <a16:creationId xmlns:a16="http://schemas.microsoft.com/office/drawing/2014/main" id="{89A9F635-5545-F053-1609-4D7D423976F7}"/>
              </a:ext>
            </a:extLst>
          </p:cNvPr>
          <p:cNvPicPr>
            <a:picLocks noGrp="1" noChangeAspect="1"/>
          </p:cNvPicPr>
          <p:nvPr>
            <p:ph type="pic" sz="quarter" idx="45"/>
          </p:nvPr>
        </p:nvPicPr>
        <p:blipFill>
          <a:blip r:embed="rId2" cstate="screen">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1175007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A677BB-7135-17A5-4866-2E7107191005}"/>
              </a:ext>
            </a:extLst>
          </p:cNvPr>
          <p:cNvSpPr>
            <a:spLocks noGrp="1"/>
          </p:cNvSpPr>
          <p:nvPr>
            <p:ph type="sldNum" sz="quarter" idx="13"/>
          </p:nvPr>
        </p:nvSpPr>
        <p:spPr/>
        <p:txBody>
          <a:bodyPr/>
          <a:lstStyle/>
          <a:p>
            <a:fld id="{D5557E57-8FF5-498F-85CD-A04FA8F809F1}" type="slidenum">
              <a:rPr lang="en-US" smtClean="0"/>
              <a:pPr/>
              <a:t>31</a:t>
            </a:fld>
            <a:endParaRPr lang="en-US"/>
          </a:p>
        </p:txBody>
      </p:sp>
      <p:sp>
        <p:nvSpPr>
          <p:cNvPr id="7" name="Title 6">
            <a:extLst>
              <a:ext uri="{FF2B5EF4-FFF2-40B4-BE49-F238E27FC236}">
                <a16:creationId xmlns:a16="http://schemas.microsoft.com/office/drawing/2014/main" id="{F763E927-7EB1-61EA-1D0F-4140DE347FB5}"/>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6CECDC3C-A4F1-791D-67F6-11DB9C7632EE}"/>
              </a:ext>
            </a:extLst>
          </p:cNvPr>
          <p:cNvSpPr>
            <a:spLocks noGrp="1"/>
          </p:cNvSpPr>
          <p:nvPr>
            <p:ph type="body" sz="quarter" idx="34"/>
          </p:nvPr>
        </p:nvSpPr>
        <p:spPr/>
        <p:txBody>
          <a:bodyPr/>
          <a:lstStyle/>
          <a:p>
            <a:endParaRPr lang="en-US"/>
          </a:p>
        </p:txBody>
      </p:sp>
      <p:sp>
        <p:nvSpPr>
          <p:cNvPr id="8" name="Text Placeholder 7">
            <a:extLst>
              <a:ext uri="{FF2B5EF4-FFF2-40B4-BE49-F238E27FC236}">
                <a16:creationId xmlns:a16="http://schemas.microsoft.com/office/drawing/2014/main" id="{120E97CB-CA31-2E4E-B248-F51E17325FCA}"/>
              </a:ext>
            </a:extLst>
          </p:cNvPr>
          <p:cNvSpPr>
            <a:spLocks noGrp="1"/>
          </p:cNvSpPr>
          <p:nvPr>
            <p:ph type="body" sz="quarter" idx="17"/>
          </p:nvPr>
        </p:nvSpPr>
        <p:spPr/>
        <p:txBody>
          <a:bodyPr/>
          <a:lstStyle/>
          <a:p>
            <a:endParaRPr lang="en-US"/>
          </a:p>
        </p:txBody>
      </p:sp>
      <p:sp>
        <p:nvSpPr>
          <p:cNvPr id="10" name="Picture Placeholder 9">
            <a:extLst>
              <a:ext uri="{FF2B5EF4-FFF2-40B4-BE49-F238E27FC236}">
                <a16:creationId xmlns:a16="http://schemas.microsoft.com/office/drawing/2014/main" id="{7BBCE4AF-14EF-4856-891F-BEBF1E0479CC}"/>
              </a:ext>
            </a:extLst>
          </p:cNvPr>
          <p:cNvSpPr>
            <a:spLocks noGrp="1"/>
          </p:cNvSpPr>
          <p:nvPr>
            <p:ph type="pic" sz="quarter" idx="45"/>
          </p:nvPr>
        </p:nvSpPr>
        <p:spPr/>
        <p:txBody>
          <a:bodyPr/>
          <a:lstStyle/>
          <a:p>
            <a:endParaRPr lang="en-US"/>
          </a:p>
        </p:txBody>
      </p:sp>
    </p:spTree>
    <p:extLst>
      <p:ext uri="{BB962C8B-B14F-4D97-AF65-F5344CB8AC3E}">
        <p14:creationId xmlns:p14="http://schemas.microsoft.com/office/powerpoint/2010/main" val="3187355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A9FA27-5E8E-C51E-4220-0A9C326BBC0C}"/>
              </a:ext>
            </a:extLst>
          </p:cNvPr>
          <p:cNvSpPr>
            <a:spLocks noGrp="1"/>
          </p:cNvSpPr>
          <p:nvPr>
            <p:ph type="body" sz="quarter" idx="15"/>
          </p:nvPr>
        </p:nvSpPr>
        <p:spPr/>
        <p:txBody>
          <a:bodyPr/>
          <a:lstStyle/>
          <a:p>
            <a:r>
              <a:rPr lang="en-US" err="1"/>
              <a:t>Ecessita</a:t>
            </a:r>
            <a:r>
              <a:rPr lang="en-US"/>
              <a:t> </a:t>
            </a:r>
            <a:r>
              <a:rPr lang="en-US" err="1"/>
              <a:t>sperrorae</a:t>
            </a:r>
            <a:r>
              <a:rPr lang="en-US"/>
              <a:t> pa </a:t>
            </a:r>
            <a:r>
              <a:rPr lang="en-US" err="1"/>
              <a:t>quasite</a:t>
            </a:r>
            <a:r>
              <a:rPr lang="en-US"/>
              <a:t> </a:t>
            </a:r>
            <a:r>
              <a:rPr lang="en-US" err="1"/>
              <a:t>porpos</a:t>
            </a:r>
            <a:r>
              <a:rPr lang="en-US"/>
              <a:t> </a:t>
            </a:r>
            <a:r>
              <a:rPr lang="en-US" err="1"/>
              <a:t>molorei</a:t>
            </a:r>
            <a:r>
              <a:rPr lang="en-US"/>
              <a:t> </a:t>
            </a:r>
            <a:r>
              <a:rPr lang="en-US" err="1"/>
              <a:t>catioriora</a:t>
            </a:r>
            <a:r>
              <a:rPr lang="en-US"/>
              <a:t> </a:t>
            </a:r>
            <a:r>
              <a:rPr lang="en-US" err="1"/>
              <a:t>volori</a:t>
            </a:r>
            <a:r>
              <a:rPr lang="en-US"/>
              <a:t> dem que nus, </a:t>
            </a:r>
            <a:r>
              <a:rPr lang="en-US" err="1"/>
              <a:t>si</a:t>
            </a:r>
            <a:r>
              <a:rPr lang="en-US"/>
              <a:t> </a:t>
            </a:r>
            <a:r>
              <a:rPr lang="en-US" err="1"/>
              <a:t>aborionsende</a:t>
            </a:r>
            <a:r>
              <a:rPr lang="en-US"/>
              <a:t> </a:t>
            </a:r>
            <a:r>
              <a:rPr lang="en-US" err="1"/>
              <a:t>vero</a:t>
            </a:r>
            <a:r>
              <a:rPr lang="en-US"/>
              <a:t> </a:t>
            </a:r>
            <a:r>
              <a:rPr lang="en-US" err="1"/>
              <a:t>tem</a:t>
            </a:r>
            <a:r>
              <a:rPr lang="en-US"/>
              <a:t> a </a:t>
            </a:r>
            <a:r>
              <a:rPr lang="en-US" err="1"/>
              <a:t>voluptati</a:t>
            </a:r>
            <a:r>
              <a:rPr lang="en-US"/>
              <a:t> </a:t>
            </a:r>
            <a:r>
              <a:rPr lang="en-US" err="1"/>
              <a:t>conserro</a:t>
            </a:r>
            <a:r>
              <a:rPr lang="en-US"/>
              <a:t> </a:t>
            </a:r>
            <a:r>
              <a:rPr lang="en-US" err="1"/>
              <a:t>magnit</a:t>
            </a:r>
            <a:r>
              <a:rPr lang="en-US"/>
              <a:t> </a:t>
            </a:r>
            <a:r>
              <a:rPr lang="en-US" err="1"/>
              <a:t>estis</a:t>
            </a:r>
            <a:r>
              <a:rPr lang="en-US"/>
              <a:t> </a:t>
            </a:r>
            <a:r>
              <a:rPr lang="en-US" err="1"/>
              <a:t>quis</a:t>
            </a:r>
            <a:r>
              <a:rPr lang="en-US"/>
              <a:t> </a:t>
            </a:r>
            <a:r>
              <a:rPr lang="en-US" err="1"/>
              <a:t>magnia</a:t>
            </a:r>
            <a:r>
              <a:rPr lang="en-US"/>
              <a:t> </a:t>
            </a:r>
            <a:r>
              <a:rPr lang="en-US" err="1"/>
              <a:t>aut</a:t>
            </a:r>
            <a:r>
              <a:rPr lang="en-US"/>
              <a:t> </a:t>
            </a:r>
            <a:r>
              <a:rPr lang="en-US" err="1"/>
              <a:t>modis</a:t>
            </a:r>
            <a:r>
              <a:rPr lang="en-US"/>
              <a:t> sum </a:t>
            </a:r>
            <a:r>
              <a:rPr lang="en-US" err="1"/>
              <a:t>quodis</a:t>
            </a:r>
            <a:r>
              <a:rPr lang="en-US"/>
              <a:t> </a:t>
            </a:r>
            <a:r>
              <a:rPr lang="en-US" err="1"/>
              <a:t>utem</a:t>
            </a:r>
            <a:r>
              <a:rPr lang="en-US"/>
              <a:t> et qui </a:t>
            </a:r>
            <a:r>
              <a:rPr lang="en-US" err="1"/>
              <a:t>ommoluptate</a:t>
            </a:r>
            <a:r>
              <a:rPr lang="en-US"/>
              <a:t> nus et </a:t>
            </a:r>
            <a:r>
              <a:rPr lang="en-US" err="1"/>
              <a:t>fuga</a:t>
            </a:r>
            <a:r>
              <a:rPr lang="en-US"/>
              <a:t>. </a:t>
            </a:r>
            <a:r>
              <a:rPr lang="en-US" err="1"/>
              <a:t>Drescipit</a:t>
            </a:r>
            <a:r>
              <a:rPr lang="en-US"/>
              <a:t> </a:t>
            </a:r>
            <a:r>
              <a:rPr lang="en-US" err="1"/>
              <a:t>plique</a:t>
            </a:r>
            <a:r>
              <a:rPr lang="en-US"/>
              <a:t> </a:t>
            </a:r>
            <a:r>
              <a:rPr lang="en-US" err="1"/>
              <a:t>sustrum</a:t>
            </a:r>
            <a:r>
              <a:rPr lang="en-US"/>
              <a:t> </a:t>
            </a:r>
            <a:r>
              <a:rPr lang="en-US" err="1"/>
              <a:t>quas</a:t>
            </a:r>
            <a:r>
              <a:rPr lang="en-US"/>
              <a:t> </a:t>
            </a:r>
            <a:r>
              <a:rPr lang="en-US" err="1"/>
              <a:t>seditem</a:t>
            </a:r>
            <a:r>
              <a:rPr lang="en-US"/>
              <a:t> </a:t>
            </a:r>
            <a:r>
              <a:rPr lang="en-US" err="1"/>
              <a:t>quia</a:t>
            </a:r>
            <a:r>
              <a:rPr lang="en-US"/>
              <a:t> </a:t>
            </a:r>
            <a:r>
              <a:rPr lang="en-US" err="1"/>
              <a:t>cus</a:t>
            </a:r>
            <a:r>
              <a:rPr lang="en-US"/>
              <a:t> </a:t>
            </a:r>
            <a:r>
              <a:rPr lang="en-US" err="1"/>
              <a:t>esequo</a:t>
            </a:r>
            <a:r>
              <a:rPr lang="en-US"/>
              <a:t> </a:t>
            </a:r>
            <a:r>
              <a:rPr lang="en-US" err="1"/>
              <a:t>quae</a:t>
            </a:r>
            <a:r>
              <a:rPr lang="en-US"/>
              <a:t> </a:t>
            </a:r>
            <a:r>
              <a:rPr lang="en-US" err="1"/>
              <a:t>dipieni</a:t>
            </a:r>
            <a:r>
              <a:rPr lang="en-US"/>
              <a:t> </a:t>
            </a:r>
            <a:r>
              <a:rPr lang="en-US" err="1"/>
              <a:t>taquam</a:t>
            </a:r>
            <a:r>
              <a:rPr lang="en-US"/>
              <a:t> </a:t>
            </a:r>
            <a:r>
              <a:rPr lang="en-US" err="1"/>
              <a:t>aliquis</a:t>
            </a:r>
            <a:r>
              <a:rPr lang="en-US"/>
              <a:t>. </a:t>
            </a:r>
          </a:p>
          <a:p>
            <a:endParaRPr lang="en-US"/>
          </a:p>
          <a:p>
            <a:r>
              <a:rPr lang="en-US" err="1"/>
              <a:t>Epeles</a:t>
            </a:r>
            <a:r>
              <a:rPr lang="en-US"/>
              <a:t> </a:t>
            </a:r>
            <a:r>
              <a:rPr lang="en-US" err="1"/>
              <a:t>entorpor</a:t>
            </a:r>
            <a:r>
              <a:rPr lang="en-US"/>
              <a:t> </a:t>
            </a:r>
            <a:r>
              <a:rPr lang="en-US" err="1"/>
              <a:t>aut</a:t>
            </a:r>
            <a:r>
              <a:rPr lang="en-US"/>
              <a:t> et </a:t>
            </a:r>
            <a:r>
              <a:rPr lang="en-US" err="1"/>
              <a:t>exceprest</a:t>
            </a:r>
            <a:r>
              <a:rPr lang="en-US"/>
              <a:t>, </a:t>
            </a:r>
            <a:r>
              <a:rPr lang="en-US" err="1"/>
              <a:t>acepele</a:t>
            </a:r>
            <a:r>
              <a:rPr lang="en-US"/>
              <a:t> </a:t>
            </a:r>
            <a:r>
              <a:rPr lang="en-US" err="1"/>
              <a:t>stestibus</a:t>
            </a:r>
            <a:r>
              <a:rPr lang="en-US"/>
              <a:t>, </a:t>
            </a:r>
            <a:r>
              <a:rPr lang="en-US" err="1"/>
              <a:t>tet</a:t>
            </a:r>
            <a:r>
              <a:rPr lang="en-US"/>
              <a:t>, </a:t>
            </a:r>
            <a:r>
              <a:rPr lang="en-US" err="1"/>
              <a:t>coreste</a:t>
            </a:r>
            <a:r>
              <a:rPr lang="en-US"/>
              <a:t> </a:t>
            </a:r>
            <a:r>
              <a:rPr lang="en-US" err="1"/>
              <a:t>possimenia</a:t>
            </a:r>
            <a:r>
              <a:rPr lang="en-US"/>
              <a:t> </a:t>
            </a:r>
            <a:r>
              <a:rPr lang="en-US" err="1"/>
              <a:t>nectotatem</a:t>
            </a:r>
            <a:r>
              <a:rPr lang="en-US"/>
              <a:t> </a:t>
            </a:r>
            <a:r>
              <a:rPr lang="en-US" err="1"/>
              <a:t>veliquos</a:t>
            </a:r>
            <a:r>
              <a:rPr lang="en-US"/>
              <a:t> </a:t>
            </a:r>
            <a:r>
              <a:rPr lang="en-US" err="1"/>
              <a:t>sam</a:t>
            </a:r>
            <a:r>
              <a:rPr lang="en-US"/>
              <a:t> </a:t>
            </a:r>
            <a:r>
              <a:rPr lang="en-US" err="1"/>
              <a:t>idis</a:t>
            </a:r>
            <a:r>
              <a:rPr lang="en-US"/>
              <a:t> </a:t>
            </a:r>
            <a:r>
              <a:rPr lang="en-US" err="1"/>
              <a:t>aut</a:t>
            </a:r>
            <a:r>
              <a:rPr lang="en-US"/>
              <a:t> </a:t>
            </a:r>
            <a:r>
              <a:rPr lang="en-US" err="1"/>
              <a:t>liste</a:t>
            </a:r>
            <a:r>
              <a:rPr lang="en-US"/>
              <a:t> </a:t>
            </a:r>
            <a:r>
              <a:rPr lang="en-US" err="1"/>
              <a:t>porat</a:t>
            </a:r>
            <a:r>
              <a:rPr lang="en-US"/>
              <a:t>.</a:t>
            </a:r>
          </a:p>
        </p:txBody>
      </p:sp>
      <p:sp>
        <p:nvSpPr>
          <p:cNvPr id="3" name="Text Placeholder 2">
            <a:extLst>
              <a:ext uri="{FF2B5EF4-FFF2-40B4-BE49-F238E27FC236}">
                <a16:creationId xmlns:a16="http://schemas.microsoft.com/office/drawing/2014/main" id="{2F476121-F4EB-8293-D6DC-FBD32FEE2B5B}"/>
              </a:ext>
            </a:extLst>
          </p:cNvPr>
          <p:cNvSpPr>
            <a:spLocks noGrp="1"/>
          </p:cNvSpPr>
          <p:nvPr>
            <p:ph type="body" sz="quarter" idx="31"/>
          </p:nvPr>
        </p:nvSpPr>
        <p:spPr>
          <a:xfrm>
            <a:off x="9943706" y="1154501"/>
            <a:ext cx="1657105" cy="315792"/>
          </a:xfrm>
        </p:spPr>
        <p:txBody>
          <a:bodyPr/>
          <a:lstStyle/>
          <a:p>
            <a:pPr algn="l"/>
            <a:r>
              <a:rPr lang="en-US" sz="1200" b="1"/>
              <a:t>Maintenance Revenue</a:t>
            </a:r>
          </a:p>
        </p:txBody>
      </p:sp>
      <p:sp>
        <p:nvSpPr>
          <p:cNvPr id="4" name="Text Placeholder 3">
            <a:extLst>
              <a:ext uri="{FF2B5EF4-FFF2-40B4-BE49-F238E27FC236}">
                <a16:creationId xmlns:a16="http://schemas.microsoft.com/office/drawing/2014/main" id="{58B1BE98-F37C-9738-C8A8-6EFA566A15E7}"/>
              </a:ext>
            </a:extLst>
          </p:cNvPr>
          <p:cNvSpPr>
            <a:spLocks noGrp="1"/>
          </p:cNvSpPr>
          <p:nvPr>
            <p:ph type="body" sz="quarter" idx="30"/>
          </p:nvPr>
        </p:nvSpPr>
        <p:spPr>
          <a:xfrm>
            <a:off x="9943706" y="589688"/>
            <a:ext cx="1657105" cy="618631"/>
          </a:xfrm>
        </p:spPr>
        <p:txBody>
          <a:bodyPr/>
          <a:lstStyle/>
          <a:p>
            <a:pPr algn="l"/>
            <a:r>
              <a:rPr lang="en-US" sz="3600"/>
              <a:t>~70%</a:t>
            </a:r>
          </a:p>
        </p:txBody>
      </p:sp>
      <p:sp>
        <p:nvSpPr>
          <p:cNvPr id="5" name="Text Placeholder 4">
            <a:extLst>
              <a:ext uri="{FF2B5EF4-FFF2-40B4-BE49-F238E27FC236}">
                <a16:creationId xmlns:a16="http://schemas.microsoft.com/office/drawing/2014/main" id="{5C455BCE-D6C2-5D21-E1DF-2A313E489362}"/>
              </a:ext>
            </a:extLst>
          </p:cNvPr>
          <p:cNvSpPr>
            <a:spLocks noGrp="1"/>
          </p:cNvSpPr>
          <p:nvPr>
            <p:ph type="body" sz="quarter" idx="32"/>
          </p:nvPr>
        </p:nvSpPr>
        <p:spPr>
          <a:xfrm>
            <a:off x="9943706" y="2209818"/>
            <a:ext cx="1657105" cy="315792"/>
          </a:xfrm>
        </p:spPr>
        <p:txBody>
          <a:bodyPr/>
          <a:lstStyle/>
          <a:p>
            <a:pPr algn="l"/>
            <a:r>
              <a:rPr lang="en-US" sz="1200" b="1">
                <a:solidFill>
                  <a:schemeClr val="accent1"/>
                </a:solidFill>
              </a:rPr>
              <a:t>Development Revenue</a:t>
            </a:r>
          </a:p>
        </p:txBody>
      </p:sp>
      <p:sp>
        <p:nvSpPr>
          <p:cNvPr id="6" name="Text Placeholder 5">
            <a:extLst>
              <a:ext uri="{FF2B5EF4-FFF2-40B4-BE49-F238E27FC236}">
                <a16:creationId xmlns:a16="http://schemas.microsoft.com/office/drawing/2014/main" id="{9407F522-403F-A852-E52B-1FEC7FE9E648}"/>
              </a:ext>
            </a:extLst>
          </p:cNvPr>
          <p:cNvSpPr>
            <a:spLocks noGrp="1"/>
          </p:cNvSpPr>
          <p:nvPr>
            <p:ph type="body" sz="quarter" idx="33"/>
          </p:nvPr>
        </p:nvSpPr>
        <p:spPr>
          <a:xfrm>
            <a:off x="9943706" y="1645005"/>
            <a:ext cx="1657105" cy="618631"/>
          </a:xfrm>
        </p:spPr>
        <p:txBody>
          <a:bodyPr/>
          <a:lstStyle/>
          <a:p>
            <a:pPr algn="l"/>
            <a:r>
              <a:rPr lang="en-US" sz="3600">
                <a:solidFill>
                  <a:schemeClr val="accent1"/>
                </a:solidFill>
              </a:rPr>
              <a:t>30%</a:t>
            </a:r>
          </a:p>
        </p:txBody>
      </p:sp>
      <p:sp>
        <p:nvSpPr>
          <p:cNvPr id="7" name="Title 6">
            <a:extLst>
              <a:ext uri="{FF2B5EF4-FFF2-40B4-BE49-F238E27FC236}">
                <a16:creationId xmlns:a16="http://schemas.microsoft.com/office/drawing/2014/main" id="{D96E2BCD-2157-FABD-0D23-B97F1C4B283C}"/>
              </a:ext>
            </a:extLst>
          </p:cNvPr>
          <p:cNvSpPr>
            <a:spLocks noGrp="1"/>
          </p:cNvSpPr>
          <p:nvPr>
            <p:ph type="title"/>
          </p:nvPr>
        </p:nvSpPr>
        <p:spPr/>
        <p:txBody>
          <a:bodyPr/>
          <a:lstStyle/>
          <a:p>
            <a:r>
              <a:rPr lang="en-US"/>
              <a:t>Some Statistics </a:t>
            </a:r>
          </a:p>
        </p:txBody>
      </p:sp>
      <p:sp>
        <p:nvSpPr>
          <p:cNvPr id="8" name="Slide Number Placeholder 7">
            <a:extLst>
              <a:ext uri="{FF2B5EF4-FFF2-40B4-BE49-F238E27FC236}">
                <a16:creationId xmlns:a16="http://schemas.microsoft.com/office/drawing/2014/main" id="{CEEF5F8B-E3A0-AFD5-AB1F-792E9D7E7F82}"/>
              </a:ext>
            </a:extLst>
          </p:cNvPr>
          <p:cNvSpPr>
            <a:spLocks noGrp="1"/>
          </p:cNvSpPr>
          <p:nvPr>
            <p:ph type="sldNum" sz="quarter" idx="13"/>
          </p:nvPr>
        </p:nvSpPr>
        <p:spPr/>
        <p:txBody>
          <a:bodyPr/>
          <a:lstStyle/>
          <a:p>
            <a:fld id="{D5557E57-8FF5-498F-85CD-A04FA8F809F1}" type="slidenum">
              <a:rPr lang="en-US" smtClean="0"/>
              <a:pPr/>
              <a:t>32</a:t>
            </a:fld>
            <a:endParaRPr lang="en-US"/>
          </a:p>
        </p:txBody>
      </p:sp>
      <p:cxnSp>
        <p:nvCxnSpPr>
          <p:cNvPr id="22" name="Straight Connector 21">
            <a:extLst>
              <a:ext uri="{FF2B5EF4-FFF2-40B4-BE49-F238E27FC236}">
                <a16:creationId xmlns:a16="http://schemas.microsoft.com/office/drawing/2014/main" id="{E6163A80-612F-C1B4-FC07-B770FE2427BE}"/>
              </a:ext>
            </a:extLst>
          </p:cNvPr>
          <p:cNvCxnSpPr/>
          <p:nvPr/>
        </p:nvCxnSpPr>
        <p:spPr>
          <a:xfrm>
            <a:off x="7741099" y="3000983"/>
            <a:ext cx="3789500" cy="0"/>
          </a:xfrm>
          <a:prstGeom prst="line">
            <a:avLst/>
          </a:prstGeom>
        </p:spPr>
        <p:style>
          <a:lnRef idx="1">
            <a:schemeClr val="accent6"/>
          </a:lnRef>
          <a:fillRef idx="0">
            <a:schemeClr val="accent6"/>
          </a:fillRef>
          <a:effectRef idx="0">
            <a:schemeClr val="accent6"/>
          </a:effectRef>
          <a:fontRef idx="minor">
            <a:schemeClr val="tx1"/>
          </a:fontRef>
        </p:style>
      </p:cxnSp>
      <p:graphicFrame>
        <p:nvGraphicFramePr>
          <p:cNvPr id="11" name="Chart 10">
            <a:extLst>
              <a:ext uri="{FF2B5EF4-FFF2-40B4-BE49-F238E27FC236}">
                <a16:creationId xmlns:a16="http://schemas.microsoft.com/office/drawing/2014/main" id="{1E772C23-A397-5548-00FE-530EB23E187E}"/>
              </a:ext>
            </a:extLst>
          </p:cNvPr>
          <p:cNvGraphicFramePr/>
          <p:nvPr>
            <p:extLst>
              <p:ext uri="{D42A27DB-BD31-4B8C-83A1-F6EECF244321}">
                <p14:modId xmlns:p14="http://schemas.microsoft.com/office/powerpoint/2010/main" val="1095385655"/>
              </p:ext>
            </p:extLst>
          </p:nvPr>
        </p:nvGraphicFramePr>
        <p:xfrm>
          <a:off x="7577049" y="3414408"/>
          <a:ext cx="4064000" cy="2709334"/>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2F6726EE-DD1B-F967-A4AF-6A2BC3F81B3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7424498" y="458460"/>
            <a:ext cx="2040515" cy="2040515"/>
          </a:xfrm>
          <a:prstGeom prst="rect">
            <a:avLst/>
          </a:prstGeom>
        </p:spPr>
      </p:pic>
    </p:spTree>
    <p:extLst>
      <p:ext uri="{BB962C8B-B14F-4D97-AF65-F5344CB8AC3E}">
        <p14:creationId xmlns:p14="http://schemas.microsoft.com/office/powerpoint/2010/main" val="2419276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287AFB-AEF5-C04E-973F-4C7F9AEC16D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6FB5E5F-D178-A7B2-E490-4BF824C18A17}"/>
              </a:ext>
            </a:extLst>
          </p:cNvPr>
          <p:cNvSpPr>
            <a:spLocks noGrp="1"/>
          </p:cNvSpPr>
          <p:nvPr>
            <p:ph type="body" sz="quarter" idx="31"/>
          </p:nvPr>
        </p:nvSpPr>
        <p:spPr/>
        <p:txBody>
          <a:bodyPr/>
          <a:lstStyle/>
          <a:p>
            <a:endParaRPr lang="en-US"/>
          </a:p>
        </p:txBody>
      </p:sp>
      <p:sp>
        <p:nvSpPr>
          <p:cNvPr id="4" name="Text Placeholder 3">
            <a:extLst>
              <a:ext uri="{FF2B5EF4-FFF2-40B4-BE49-F238E27FC236}">
                <a16:creationId xmlns:a16="http://schemas.microsoft.com/office/drawing/2014/main" id="{70EE0023-6402-9DE5-0AA2-4ED82CFDFC3F}"/>
              </a:ext>
            </a:extLst>
          </p:cNvPr>
          <p:cNvSpPr>
            <a:spLocks noGrp="1"/>
          </p:cNvSpPr>
          <p:nvPr>
            <p:ph type="body" sz="quarter" idx="30"/>
          </p:nvPr>
        </p:nvSpPr>
        <p:spPr/>
        <p:txBody>
          <a:bodyPr/>
          <a:lstStyle/>
          <a:p>
            <a:endParaRPr lang="en-US"/>
          </a:p>
        </p:txBody>
      </p:sp>
      <p:sp>
        <p:nvSpPr>
          <p:cNvPr id="6" name="Text Placeholder 5">
            <a:extLst>
              <a:ext uri="{FF2B5EF4-FFF2-40B4-BE49-F238E27FC236}">
                <a16:creationId xmlns:a16="http://schemas.microsoft.com/office/drawing/2014/main" id="{B2A2DAF0-242E-A8A3-21B2-A1A0D424583A}"/>
              </a:ext>
            </a:extLst>
          </p:cNvPr>
          <p:cNvSpPr>
            <a:spLocks noGrp="1"/>
          </p:cNvSpPr>
          <p:nvPr>
            <p:ph type="body" sz="quarter" idx="32"/>
          </p:nvPr>
        </p:nvSpPr>
        <p:spPr/>
        <p:txBody>
          <a:bodyPr/>
          <a:lstStyle/>
          <a:p>
            <a:endParaRPr lang="en-US"/>
          </a:p>
        </p:txBody>
      </p:sp>
      <p:sp>
        <p:nvSpPr>
          <p:cNvPr id="7" name="Text Placeholder 6">
            <a:extLst>
              <a:ext uri="{FF2B5EF4-FFF2-40B4-BE49-F238E27FC236}">
                <a16:creationId xmlns:a16="http://schemas.microsoft.com/office/drawing/2014/main" id="{C725DA47-51EE-C0CE-09E5-D4802C9A6E50}"/>
              </a:ext>
            </a:extLst>
          </p:cNvPr>
          <p:cNvSpPr>
            <a:spLocks noGrp="1"/>
          </p:cNvSpPr>
          <p:nvPr>
            <p:ph type="body" sz="quarter" idx="33"/>
          </p:nvPr>
        </p:nvSpPr>
        <p:spPr/>
        <p:txBody>
          <a:bodyPr/>
          <a:lstStyle/>
          <a:p>
            <a:endParaRPr lang="en-US"/>
          </a:p>
        </p:txBody>
      </p:sp>
      <p:sp>
        <p:nvSpPr>
          <p:cNvPr id="2" name="Title 1">
            <a:extLst>
              <a:ext uri="{FF2B5EF4-FFF2-40B4-BE49-F238E27FC236}">
                <a16:creationId xmlns:a16="http://schemas.microsoft.com/office/drawing/2014/main" id="{52D0D296-E85E-E7DB-4CE8-B36B7CFA0C53}"/>
              </a:ext>
            </a:extLst>
          </p:cNvPr>
          <p:cNvSpPr>
            <a:spLocks noGrp="1"/>
          </p:cNvSpPr>
          <p:nvPr>
            <p:ph type="title"/>
          </p:nvPr>
        </p:nvSpPr>
        <p:spPr/>
        <p:txBody>
          <a:bodyPr/>
          <a:lstStyle/>
          <a:p>
            <a:endParaRPr lang="en-US"/>
          </a:p>
        </p:txBody>
      </p:sp>
      <p:sp>
        <p:nvSpPr>
          <p:cNvPr id="8" name="Slide Number Placeholder 7">
            <a:extLst>
              <a:ext uri="{FF2B5EF4-FFF2-40B4-BE49-F238E27FC236}">
                <a16:creationId xmlns:a16="http://schemas.microsoft.com/office/drawing/2014/main" id="{8B58205F-981E-4B18-4CE8-7A3FEA637EBB}"/>
              </a:ext>
            </a:extLst>
          </p:cNvPr>
          <p:cNvSpPr>
            <a:spLocks noGrp="1"/>
          </p:cNvSpPr>
          <p:nvPr>
            <p:ph type="sldNum" sz="quarter" idx="13"/>
          </p:nvPr>
        </p:nvSpPr>
        <p:spPr/>
        <p:txBody>
          <a:bodyPr/>
          <a:lstStyle/>
          <a:p>
            <a:fld id="{D5557E57-8FF5-498F-85CD-A04FA8F809F1}" type="slidenum">
              <a:rPr lang="en-US" smtClean="0"/>
              <a:pPr/>
              <a:t>33</a:t>
            </a:fld>
            <a:endParaRPr lang="en-US"/>
          </a:p>
        </p:txBody>
      </p:sp>
      <p:cxnSp>
        <p:nvCxnSpPr>
          <p:cNvPr id="10" name="Straight Connector 9">
            <a:extLst>
              <a:ext uri="{FF2B5EF4-FFF2-40B4-BE49-F238E27FC236}">
                <a16:creationId xmlns:a16="http://schemas.microsoft.com/office/drawing/2014/main" id="{1AE899FD-0719-DE82-E74B-06DEDD1235E6}"/>
              </a:ext>
            </a:extLst>
          </p:cNvPr>
          <p:cNvCxnSpPr/>
          <p:nvPr/>
        </p:nvCxnSpPr>
        <p:spPr>
          <a:xfrm>
            <a:off x="7811311" y="3234447"/>
            <a:ext cx="3789500" cy="0"/>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78508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F9E055-D6A5-2A97-1A70-A095F57F66CA}"/>
              </a:ext>
            </a:extLst>
          </p:cNvPr>
          <p:cNvSpPr>
            <a:spLocks noGrp="1"/>
          </p:cNvSpPr>
          <p:nvPr>
            <p:ph type="body" sz="quarter" idx="10"/>
          </p:nvPr>
        </p:nvSpPr>
        <p:spPr/>
        <p:txBody>
          <a:bodyPr/>
          <a:lstStyle/>
          <a:p>
            <a:r>
              <a:rPr lang="en-US"/>
              <a:t>Thank You</a:t>
            </a:r>
          </a:p>
        </p:txBody>
      </p:sp>
    </p:spTree>
    <p:extLst>
      <p:ext uri="{BB962C8B-B14F-4D97-AF65-F5344CB8AC3E}">
        <p14:creationId xmlns:p14="http://schemas.microsoft.com/office/powerpoint/2010/main" val="3761286046"/>
      </p:ext>
    </p:extLst>
  </p:cSld>
  <p:clrMapOvr>
    <a:masterClrMapping/>
  </p:clrMapOvr>
</p:sld>
</file>

<file path=ppt/theme/theme1.xml><?xml version="1.0" encoding="utf-8"?>
<a:theme xmlns:a="http://schemas.openxmlformats.org/drawingml/2006/main" name="Front Covers">
  <a:themeElements>
    <a:clrScheme name="BV">
      <a:dk1>
        <a:srgbClr val="252525"/>
      </a:dk1>
      <a:lt1>
        <a:srgbClr val="FFFFFF"/>
      </a:lt1>
      <a:dk2>
        <a:srgbClr val="272D67"/>
      </a:dk2>
      <a:lt2>
        <a:srgbClr val="F5F5F5"/>
      </a:lt2>
      <a:accent1>
        <a:srgbClr val="8BC400"/>
      </a:accent1>
      <a:accent2>
        <a:srgbClr val="00AD97"/>
      </a:accent2>
      <a:accent3>
        <a:srgbClr val="0072CE"/>
      </a:accent3>
      <a:accent4>
        <a:srgbClr val="C800A1"/>
      </a:accent4>
      <a:accent5>
        <a:srgbClr val="FF9E1B"/>
      </a:accent5>
      <a:accent6>
        <a:srgbClr val="E4E5E6"/>
      </a:accent6>
      <a:hlink>
        <a:srgbClr val="00AD97"/>
      </a:hlink>
      <a:folHlink>
        <a:srgbClr val="0072CE"/>
      </a:folHlink>
    </a:clrScheme>
    <a:fontScheme name="BrightVi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62022_BVLS_Webinar Template.potx" id="{FFA8D3C7-6B4F-4DF1-965D-8A96B25A9CA3}" vid="{EB58FB89-5296-49EC-8749-C0CF49A4F0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ac62ac6-57fc-4828-a664-61807306789b">
      <Terms xmlns="http://schemas.microsoft.com/office/infopath/2007/PartnerControls"/>
    </lcf76f155ced4ddcb4097134ff3c332f>
    <TaxCatchAll xmlns="01db5fd1-c90f-4c27-a5ee-affa81ab2ef9" xsi:nil="true"/>
    <Thumbnail xmlns="2ac62ac6-57fc-4828-a664-6180730678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73060B5E121FD438BE62BA20FD230DF" ma:contentTypeVersion="12" ma:contentTypeDescription="Create a new document." ma:contentTypeScope="" ma:versionID="293d6c287757dbe1fb4dab958e54437a">
  <xsd:schema xmlns:xsd="http://www.w3.org/2001/XMLSchema" xmlns:xs="http://www.w3.org/2001/XMLSchema" xmlns:p="http://schemas.microsoft.com/office/2006/metadata/properties" xmlns:ns2="2ac62ac6-57fc-4828-a664-61807306789b" xmlns:ns3="01db5fd1-c90f-4c27-a5ee-affa81ab2ef9" targetNamespace="http://schemas.microsoft.com/office/2006/metadata/properties" ma:root="true" ma:fieldsID="d37b8c05c29ca045db0fffa03ba86837" ns2:_="" ns3:_="">
    <xsd:import namespace="2ac62ac6-57fc-4828-a664-61807306789b"/>
    <xsd:import namespace="01db5fd1-c90f-4c27-a5ee-affa81ab2ef9"/>
    <xsd:element name="properties">
      <xsd:complexType>
        <xsd:sequence>
          <xsd:element name="documentManagement">
            <xsd:complexType>
              <xsd:all>
                <xsd:element ref="ns2:Thumbnail" minOccurs="0"/>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c62ac6-57fc-4828-a664-61807306789b" elementFormDefault="qualified">
    <xsd:import namespace="http://schemas.microsoft.com/office/2006/documentManagement/types"/>
    <xsd:import namespace="http://schemas.microsoft.com/office/infopath/2007/PartnerControls"/>
    <xsd:element name="Thumbnail" ma:index="8" nillable="true" ma:displayName="Thumbnail" ma:format="Thumbnail" ma:internalName="Thumbnail">
      <xsd:simpleType>
        <xsd:restriction base="dms:Unknown"/>
      </xsd:simpleType>
    </xsd:element>
    <xsd:element name="lcf76f155ced4ddcb4097134ff3c332f" ma:index="10" nillable="true" ma:taxonomy="true" ma:internalName="lcf76f155ced4ddcb4097134ff3c332f" ma:taxonomyFieldName="MediaServiceImageTags" ma:displayName="Image Tags" ma:readOnly="false" ma:fieldId="{5cf76f15-5ced-4ddc-b409-7134ff3c332f}" ma:taxonomyMulti="true" ma:sspId="185299b7-c228-41a3-8932-ef33164cd57a" ma:termSetId="09814cd3-568e-fe90-9814-8d621ff8fb84" ma:anchorId="fba54fb3-c3e1-fe81-a776-ca4b69148c4d" ma:open="true" ma:isKeyword="false">
      <xsd:complexType>
        <xsd:sequence>
          <xsd:element ref="pc:Terms" minOccurs="0" maxOccurs="1"/>
        </xsd:sequence>
      </xsd:complex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db5fd1-c90f-4c27-a5ee-affa81ab2ef9"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6a55e08e-3c72-4dae-b0e3-8f743a0bc3c0}" ma:internalName="TaxCatchAll" ma:showField="CatchAllData" ma:web="01db5fd1-c90f-4c27-a5ee-affa81ab2e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BD6922-B2CA-4BBC-9D02-5676E4FEA91F}">
  <ds:schemaRefs>
    <ds:schemaRef ds:uri="01db5fd1-c90f-4c27-a5ee-affa81ab2ef9"/>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dcmitype/"/>
    <ds:schemaRef ds:uri="http://purl.org/dc/terms/"/>
    <ds:schemaRef ds:uri="http://purl.org/dc/elements/1.1/"/>
    <ds:schemaRef ds:uri="http://schemas.openxmlformats.org/package/2006/metadata/core-properties"/>
    <ds:schemaRef ds:uri="2ac62ac6-57fc-4828-a664-61807306789b"/>
  </ds:schemaRefs>
</ds:datastoreItem>
</file>

<file path=customXml/itemProps2.xml><?xml version="1.0" encoding="utf-8"?>
<ds:datastoreItem xmlns:ds="http://schemas.openxmlformats.org/officeDocument/2006/customXml" ds:itemID="{9FE3F4C7-700B-4ADD-9EC6-62B79AC44C24}">
  <ds:schemaRefs>
    <ds:schemaRef ds:uri="http://schemas.microsoft.com/sharepoint/v3/contenttype/forms"/>
  </ds:schemaRefs>
</ds:datastoreItem>
</file>

<file path=customXml/itemProps3.xml><?xml version="1.0" encoding="utf-8"?>
<ds:datastoreItem xmlns:ds="http://schemas.openxmlformats.org/officeDocument/2006/customXml" ds:itemID="{4E1D1723-A3D5-45BE-A18B-09A13B503C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c62ac6-57fc-4828-a664-61807306789b"/>
    <ds:schemaRef ds:uri="01db5fd1-c90f-4c27-a5ee-affa81ab2e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062022_BVLS_Webinar Template</Template>
  <TotalTime>1236</TotalTime>
  <Words>1612</Words>
  <Application>Microsoft Office PowerPoint</Application>
  <PresentationFormat>Widescreen</PresentationFormat>
  <Paragraphs>257</Paragraphs>
  <Slides>34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Arial Bold</vt:lpstr>
      <vt:lpstr>Calibri</vt:lpstr>
      <vt:lpstr>Franklin Gothic Book</vt:lpstr>
      <vt:lpstr>OCR A Extended</vt:lpstr>
      <vt:lpstr>Wingdings</vt:lpstr>
      <vt:lpstr>Front Covers</vt:lpstr>
      <vt:lpstr>FSM Irrigation</vt:lpstr>
      <vt:lpstr>Irrigation System Hierarchy</vt:lpstr>
      <vt:lpstr>System Setup </vt:lpstr>
      <vt:lpstr>Process</vt:lpstr>
      <vt:lpstr>Inspection Question Library</vt:lpstr>
      <vt:lpstr>Mobile App Structure</vt:lpstr>
      <vt:lpstr>Service Appointment</vt:lpstr>
      <vt:lpstr>Output</vt:lpstr>
      <vt:lpstr>PowerPoint Presentation</vt:lpstr>
      <vt:lpstr>Our Services</vt:lpstr>
      <vt:lpstr>PowerPoint Presentation</vt:lpstr>
      <vt:lpstr>Picking the Right Plants</vt:lpstr>
      <vt:lpstr>PowerPoint Presentation</vt:lpstr>
      <vt:lpstr>Meet Your BrightView Team</vt:lpstr>
      <vt:lpstr>PowerPoint Presentation</vt:lpstr>
      <vt:lpstr>Water Management</vt:lpstr>
      <vt:lpstr>PowerPoint Presentation</vt:lpstr>
      <vt:lpstr>Adding Color to Your Landscape</vt:lpstr>
      <vt:lpstr>PowerPoint Presentation</vt:lpstr>
      <vt:lpstr>What We Offer</vt:lpstr>
      <vt:lpstr>PowerPoint Presentation</vt:lpstr>
      <vt:lpstr>PowerPoint Presentation</vt:lpstr>
      <vt:lpstr>PowerPoint Presentation</vt:lpstr>
      <vt:lpstr>PowerPoint Presentation</vt:lpstr>
      <vt:lpstr>PowerPoint Presentation</vt:lpstr>
      <vt:lpstr>Nurturing Your Landscape</vt:lpstr>
      <vt:lpstr>PowerPoint Presentation</vt:lpstr>
      <vt:lpstr>Nurturing Your Landscape</vt:lpstr>
      <vt:lpstr>PowerPoint Presentation</vt:lpstr>
      <vt:lpstr>Nurturing Your Landscape</vt:lpstr>
      <vt:lpstr>PowerPoint Presentation</vt:lpstr>
      <vt:lpstr>Some Statistics </vt:lpstr>
      <vt:lpstr>PowerPoint Presentation</vt:lpstr>
      <vt:lpstr>PowerPoint Presentation</vt:lpstr>
    </vt:vector>
  </TitlesOfParts>
  <Company>BrightView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Sarah Knouse</dc:creator>
  <cp:lastModifiedBy>Greg Ehrenberg</cp:lastModifiedBy>
  <cp:revision>7</cp:revision>
  <cp:lastPrinted>2015-12-09T21:40:24Z</cp:lastPrinted>
  <dcterms:created xsi:type="dcterms:W3CDTF">2022-06-20T03:44:44Z</dcterms:created>
  <dcterms:modified xsi:type="dcterms:W3CDTF">2026-05-21T17:30:06Z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0x010100473060B5E121FD438BE62BA20FD230DF</vt:lpwstr>
  </property>
  <property fmtid="{D5CDD505-2E9C-101B-9397-08002B2CF9AE}" pid="3" name="MediaServiceImageTags">
    <vt:lpwstr/>
  </property>
</Properties>
</file>